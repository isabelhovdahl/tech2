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B8F"/>
    <a:srgbClr val="F96167"/>
    <a:srgbClr val="1E2761"/>
    <a:srgbClr val="CADCFC"/>
    <a:srgbClr val="9DACD3"/>
    <a:srgbClr val="FFFFFF"/>
    <a:srgbClr val="F1F4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B80A98-51AE-41FD-A1C3-B57A20633670}" v="4" dt="2026-08-04T09:03:24.0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88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bel Montero Hovdahl" userId="e6c00a4d-4ab5-475c-996d-11be2680c122" providerId="ADAL" clId="{492A1D5D-B8BD-4473-8F28-59B786D7141F}"/>
    <pc:docChg chg="delSld modSld">
      <pc:chgData name="Isabel Montero Hovdahl" userId="e6c00a4d-4ab5-475c-996d-11be2680c122" providerId="ADAL" clId="{492A1D5D-B8BD-4473-8F28-59B786D7141F}" dt="2026-08-04T09:06:26.491" v="138" actId="20577"/>
      <pc:docMkLst>
        <pc:docMk/>
      </pc:docMkLst>
      <pc:sldChg chg="modSp mod">
        <pc:chgData name="Isabel Montero Hovdahl" userId="e6c00a4d-4ab5-475c-996d-11be2680c122" providerId="ADAL" clId="{492A1D5D-B8BD-4473-8F28-59B786D7141F}" dt="2026-08-04T08:02:57.976" v="27" actId="20577"/>
        <pc:sldMkLst>
          <pc:docMk/>
          <pc:sldMk cId="0" sldId="257"/>
        </pc:sldMkLst>
        <pc:spChg chg="mod">
          <ac:chgData name="Isabel Montero Hovdahl" userId="e6c00a4d-4ab5-475c-996d-11be2680c122" providerId="ADAL" clId="{492A1D5D-B8BD-4473-8F28-59B786D7141F}" dt="2026-08-04T08:02:51.577" v="16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8-04T08:02:57.976" v="27" actId="20577"/>
          <ac:spMkLst>
            <pc:docMk/>
            <pc:sldMk cId="0" sldId="257"/>
            <ac:spMk id="17" creationId="{00000000-0000-0000-0000-000000000000}"/>
          </ac:spMkLst>
        </pc:spChg>
      </pc:sldChg>
      <pc:sldChg chg="modSp mod">
        <pc:chgData name="Isabel Montero Hovdahl" userId="e6c00a4d-4ab5-475c-996d-11be2680c122" providerId="ADAL" clId="{492A1D5D-B8BD-4473-8F28-59B786D7141F}" dt="2026-08-04T08:16:52.113" v="101" actId="20577"/>
        <pc:sldMkLst>
          <pc:docMk/>
          <pc:sldMk cId="0" sldId="262"/>
        </pc:sldMkLst>
        <pc:spChg chg="mod">
          <ac:chgData name="Isabel Montero Hovdahl" userId="e6c00a4d-4ab5-475c-996d-11be2680c122" providerId="ADAL" clId="{492A1D5D-B8BD-4473-8F28-59B786D7141F}" dt="2026-08-04T08:16:52.113" v="101" actId="20577"/>
          <ac:spMkLst>
            <pc:docMk/>
            <pc:sldMk cId="0" sldId="262"/>
            <ac:spMk id="17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8-04T08:16:40.045" v="99"/>
          <ac:spMkLst>
            <pc:docMk/>
            <pc:sldMk cId="0" sldId="262"/>
            <ac:spMk id="19" creationId="{00000000-0000-0000-0000-000000000000}"/>
          </ac:spMkLst>
        </pc:spChg>
      </pc:sldChg>
      <pc:sldChg chg="del">
        <pc:chgData name="Isabel Montero Hovdahl" userId="e6c00a4d-4ab5-475c-996d-11be2680c122" providerId="ADAL" clId="{492A1D5D-B8BD-4473-8F28-59B786D7141F}" dt="2026-08-04T08:17:13.248" v="102" actId="47"/>
        <pc:sldMkLst>
          <pc:docMk/>
          <pc:sldMk cId="0" sldId="263"/>
        </pc:sldMkLst>
      </pc:sldChg>
      <pc:sldChg chg="modSp mod">
        <pc:chgData name="Isabel Montero Hovdahl" userId="e6c00a4d-4ab5-475c-996d-11be2680c122" providerId="ADAL" clId="{492A1D5D-B8BD-4473-8F28-59B786D7141F}" dt="2026-08-04T09:06:26.491" v="138" actId="20577"/>
        <pc:sldMkLst>
          <pc:docMk/>
          <pc:sldMk cId="0" sldId="271"/>
        </pc:sldMkLst>
        <pc:spChg chg="mod">
          <ac:chgData name="Isabel Montero Hovdahl" userId="e6c00a4d-4ab5-475c-996d-11be2680c122" providerId="ADAL" clId="{492A1D5D-B8BD-4473-8F28-59B786D7141F}" dt="2026-08-04T09:06:26.491" v="138" actId="20577"/>
          <ac:spMkLst>
            <pc:docMk/>
            <pc:sldMk cId="0" sldId="271"/>
            <ac:spMk id="1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nda-forge.org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ypi.org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ircle"/>
          <p:cNvSpPr/>
          <p:nvPr/>
        </p:nvSpPr>
        <p:spPr>
          <a:xfrm>
            <a:off x="5637276" y="1051560"/>
            <a:ext cx="914400" cy="91440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436" y="1190460"/>
            <a:ext cx="640080" cy="640080"/>
          </a:xfrm>
          <a:prstGeom prst="rect">
            <a:avLst/>
          </a:prstGeom>
        </p:spPr>
      </p:pic>
      <p:sp>
        <p:nvSpPr>
          <p:cNvPr id="13" name="Text"/>
          <p:cNvSpPr/>
          <p:nvPr/>
        </p:nvSpPr>
        <p:spPr>
          <a:xfrm>
            <a:off x="731520" y="237744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TECH2</a:t>
            </a:r>
            <a:endParaRPr lang="en-US" sz="4400" dirty="0"/>
          </a:p>
        </p:txBody>
      </p:sp>
      <p:sp>
        <p:nvSpPr>
          <p:cNvPr id="14" name="Text"/>
          <p:cNvSpPr/>
          <p:nvPr/>
        </p:nvSpPr>
        <p:spPr>
          <a:xfrm>
            <a:off x="731520" y="324612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Workshop</a:t>
            </a:r>
            <a:endParaRPr lang="en-US" sz="2200" dirty="0"/>
          </a:p>
        </p:txBody>
      </p:sp>
      <p:sp>
        <p:nvSpPr>
          <p:cNvPr id="15" name="Text"/>
          <p:cNvSpPr/>
          <p:nvPr/>
        </p:nvSpPr>
        <p:spPr>
          <a:xfrm>
            <a:off x="731520" y="3794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Environments with conda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Pill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Pill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100" dirty="0"/>
          </a:p>
        </p:txBody>
      </p:sp>
      <p:sp>
        <p:nvSpPr>
          <p:cNvPr id="14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16" name="Title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Did in the Lecture</a:t>
            </a:r>
            <a:endParaRPr lang="en-US" sz="3200" dirty="0"/>
          </a:p>
        </p:txBody>
      </p:sp>
      <p:sp>
        <p:nvSpPr>
          <p:cNvPr id="17" name="Body"/>
          <p:cNvSpPr/>
          <p:nvPr/>
        </p:nvSpPr>
        <p:spPr>
          <a:xfrm>
            <a:off x="822960" y="192024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lecture we installed numpy, matplotlib and sympy — straight into the base environment.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was deliberate. It is also the one thing you should never do.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is the environment conda sets up for itself. Anything installed there is shared by every project on your computer.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why that is a problem, and what to do instead.</a:t>
            </a:r>
            <a:endParaRPr lang="en-US" sz="1600" dirty="0"/>
          </a:p>
        </p:txBody>
      </p:sp>
      <p:sp>
        <p:nvSpPr>
          <p:cNvPr id="18" name="Tip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ip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goal</a:t>
            </a: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leave base alone, and give every project an environment of its own.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Pill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Pill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14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16" name="Title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conda and Miniforge</a:t>
            </a:r>
            <a:endParaRPr lang="en-US" sz="3200" dirty="0"/>
          </a:p>
        </p:txBody>
      </p:sp>
      <p:sp>
        <p:nvSpPr>
          <p:cNvPr id="17" name="Body"/>
          <p:cNvSpPr/>
          <p:nvPr/>
        </p:nvSpPr>
        <p:spPr>
          <a:xfrm>
            <a:off x="822960" y="192024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Miniforge gives you two things: Python, and conda.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is a package manager — it installs packages, and works out which versions fit together.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is also an environment manager — it creates isolated workspaces for your projects.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Miniforge is deliberately minimal: base starts nearly empty, and packages come from conda-forge, a large community-maintained repository.</a:t>
            </a:r>
            <a:endParaRPr lang="en-US" sz="1600" dirty="0"/>
          </a:p>
        </p:txBody>
      </p:sp>
      <p:sp>
        <p:nvSpPr>
          <p:cNvPr id="18" name="Tip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ip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have everything you need</a:t>
            </a: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conda came with Miniforge when you installed it before the course.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2" name="Pill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Pill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14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16" name="Title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Virtual Environment?</a:t>
            </a:r>
            <a:endParaRPr lang="en-US" sz="3200" dirty="0"/>
          </a:p>
        </p:txBody>
      </p:sp>
      <p:sp>
        <p:nvSpPr>
          <p:cNvPr id="17" name="Body"/>
          <p:cNvSpPr/>
          <p:nvPr/>
        </p:nvSpPr>
        <p:spPr>
          <a:xfrm>
            <a:off x="822960" y="192024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isolated folder with its own copy of Python and its own set of packages.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gets one. Installing a package into one environment cannot affect any other.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live centrally, inside your Miniforge folder — not inside your project folder.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switch between them with a single command: conda activate &lt;name&gt;.</a:t>
            </a:r>
            <a:endParaRPr lang="en-US" sz="1600" dirty="0"/>
          </a:p>
        </p:txBody>
      </p:sp>
      <p:sp>
        <p:nvSpPr>
          <p:cNvPr id="18" name="Tip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ip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tells you where you are</a:t>
            </a: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(base) means you are in the base environment, (my_env) means you are in yours.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2" name="Pill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Pill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14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16" name="Title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17" name="Body"/>
          <p:cNvSpPr/>
          <p:nvPr/>
        </p:nvSpPr>
        <p:spPr>
          <a:xfrm>
            <a:off x="822960" y="192024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conflicts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project A needs numpy 1.25, project B needs numpy 1.21. In base, installing one breaks the other.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base clean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broken base installation affects everything you do, in every project.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setups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 environment can be written down and rebuilt exactly, by anyone.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Python versions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different projects can use different versions of Python itself.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testing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experiment freely, and just delete the environment if it goes wrong.</a:t>
            </a:r>
            <a:endParaRPr lang="en-US" sz="1600" dirty="0"/>
          </a:p>
        </p:txBody>
      </p:sp>
      <p:sp>
        <p:nvSpPr>
          <p:cNvPr id="18" name="Tip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ip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idea</a:t>
            </a: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one project's mess stays inside that project.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2" name="Pill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Pill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100" dirty="0"/>
          </a:p>
        </p:txBody>
      </p:sp>
      <p:sp>
        <p:nvSpPr>
          <p:cNvPr id="14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16" name="Title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Toolkit</a:t>
            </a:r>
            <a:endParaRPr lang="en-US" sz="3200" dirty="0"/>
          </a:p>
        </p:txBody>
      </p:sp>
      <p:sp>
        <p:nvSpPr>
          <p:cNvPr id="17" name="Badge"/>
          <p:cNvSpPr/>
          <p:nvPr/>
        </p:nvSpPr>
        <p:spPr>
          <a:xfrm>
            <a:off x="822960" y="228600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BadgeNum"/>
          <p:cNvSpPr/>
          <p:nvPr/>
        </p:nvSpPr>
        <p:spPr>
          <a:xfrm>
            <a:off x="82296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StepText"/>
          <p:cNvSpPr/>
          <p:nvPr/>
        </p:nvSpPr>
        <p:spPr>
          <a:xfrm>
            <a:off x="1371600" y="2258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--version — checks that conda is installed and working</a:t>
            </a:r>
            <a:endParaRPr lang="en-US" sz="1550" dirty="0"/>
          </a:p>
        </p:txBody>
      </p:sp>
      <p:sp>
        <p:nvSpPr>
          <p:cNvPr id="20" name="Badge"/>
          <p:cNvSpPr/>
          <p:nvPr/>
        </p:nvSpPr>
        <p:spPr>
          <a:xfrm>
            <a:off x="822960" y="30175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BadgeNum"/>
          <p:cNvSpPr/>
          <p:nvPr/>
        </p:nvSpPr>
        <p:spPr>
          <a:xfrm>
            <a:off x="8229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StepText"/>
          <p:cNvSpPr/>
          <p:nvPr/>
        </p:nvSpPr>
        <p:spPr>
          <a:xfrm>
            <a:off x="1371600" y="299008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env list — shows every environment on your computer</a:t>
            </a:r>
            <a:endParaRPr lang="en-US" sz="1550" dirty="0"/>
          </a:p>
        </p:txBody>
      </p:sp>
      <p:sp>
        <p:nvSpPr>
          <p:cNvPr id="23" name="Badge"/>
          <p:cNvSpPr/>
          <p:nvPr/>
        </p:nvSpPr>
        <p:spPr>
          <a:xfrm>
            <a:off x="822960" y="374904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BadgeNum"/>
          <p:cNvSpPr/>
          <p:nvPr/>
        </p:nvSpPr>
        <p:spPr>
          <a:xfrm>
            <a:off x="8229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tepText"/>
          <p:cNvSpPr/>
          <p:nvPr/>
        </p:nvSpPr>
        <p:spPr>
          <a:xfrm>
            <a:off x="1371600" y="37216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list — shows what is installed in base right now. Have a look at what is in there.</a:t>
            </a:r>
            <a:endParaRPr lang="en-US" sz="1550" dirty="0"/>
          </a:p>
        </p:txBody>
      </p:sp>
      <p:sp>
        <p:nvSpPr>
          <p:cNvPr id="26" name="Tip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ip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documents today</a:t>
            </a: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conda guide (a general reference for the whole course), and exercises.md (today's exact commands — copy and paste from there).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2" name="Pill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Pill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14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16" name="Title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an Environment</a:t>
            </a:r>
            <a:endParaRPr lang="en-US" sz="3200" dirty="0"/>
          </a:p>
        </p:txBody>
      </p:sp>
      <p:sp>
        <p:nvSpPr>
          <p:cNvPr id="17" name="Body"/>
          <p:cNvSpPr/>
          <p:nvPr/>
        </p:nvSpPr>
        <p:spPr>
          <a:xfrm>
            <a:off x="822960" y="192024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create --name my_env python=3.13 pandas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--name my_env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what to call it. The project name is usually a good choice.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python=3.13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always specify a Python version, or conda picks one for you.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any packages you want from the start. List as many as you like, or none at all.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 environment does not start using it — for that you need conda activate </a:t>
            </a:r>
            <a:r>
              <a:rPr lang="en-US" sz="16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my_env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12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also make sure to select the correct environment in VS Code.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endParaRPr lang="en-US" sz="1600" dirty="0"/>
          </a:p>
        </p:txBody>
      </p:sp>
      <p:sp>
        <p:nvSpPr>
          <p:cNvPr id="18" name="Tip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ip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ModuleNotFoundError</a:t>
            </a: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 package you know you installed? You are almost certainly in the wrong environment.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2" name="Pill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Pill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14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16" name="Title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1 — Create an Environment and Use It</a:t>
            </a:r>
            <a:endParaRPr lang="en-US" sz="3200" dirty="0"/>
          </a:p>
        </p:txBody>
      </p:sp>
      <p:sp>
        <p:nvSpPr>
          <p:cNvPr id="17" name="Badge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BadgeNum"/>
          <p:cNvSpPr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StepText"/>
          <p:cNvSpPr/>
          <p:nvPr/>
        </p:nvSpPr>
        <p:spPr>
          <a:xfrm>
            <a:off x="1371600" y="207568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A: create tech2-test with Python 3.13 and pandas, then activate it</a:t>
            </a:r>
            <a:endParaRPr lang="en-US" sz="1550" dirty="0"/>
          </a:p>
        </p:txBody>
      </p:sp>
      <p:sp>
        <p:nvSpPr>
          <p:cNvPr id="20" name="Badge"/>
          <p:cNvSpPr/>
          <p:nvPr/>
        </p:nvSpPr>
        <p:spPr>
          <a:xfrm>
            <a:off x="822960" y="272491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BadgeNum"/>
          <p:cNvSpPr/>
          <p:nvPr/>
        </p:nvSpPr>
        <p:spPr>
          <a:xfrm>
            <a:off x="82296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StepText"/>
          <p:cNvSpPr/>
          <p:nvPr/>
        </p:nvSpPr>
        <p:spPr>
          <a:xfrm>
            <a:off x="1371600" y="269748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pandas is there — then deactivate and run the same check in base</a:t>
            </a:r>
            <a:endParaRPr lang="en-US" sz="1550" dirty="0"/>
          </a:p>
        </p:txBody>
      </p:sp>
      <p:sp>
        <p:nvSpPr>
          <p:cNvPr id="23" name="Badge"/>
          <p:cNvSpPr/>
          <p:nvPr/>
        </p:nvSpPr>
        <p:spPr>
          <a:xfrm>
            <a:off x="822960" y="3346704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BadgeNum"/>
          <p:cNvSpPr/>
          <p:nvPr/>
        </p:nvSpPr>
        <p:spPr>
          <a:xfrm>
            <a:off x="82296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tepText"/>
          <p:cNvSpPr/>
          <p:nvPr/>
        </p:nvSpPr>
        <p:spPr>
          <a:xfrm>
            <a:off x="1371600" y="331927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B: write a short script that imports pandas, and run it under tech2-test</a:t>
            </a:r>
            <a:endParaRPr lang="en-US" sz="1550" dirty="0"/>
          </a:p>
        </p:txBody>
      </p:sp>
      <p:sp>
        <p:nvSpPr>
          <p:cNvPr id="26" name="Badge"/>
          <p:cNvSpPr/>
          <p:nvPr/>
        </p:nvSpPr>
        <p:spPr>
          <a:xfrm>
            <a:off x="822960" y="396849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BadgeNum"/>
          <p:cNvSpPr/>
          <p:nvPr/>
        </p:nvSpPr>
        <p:spPr>
          <a:xfrm>
            <a:off x="82296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tepText"/>
          <p:cNvSpPr/>
          <p:nvPr/>
        </p:nvSpPr>
        <p:spPr>
          <a:xfrm>
            <a:off x="1371600" y="3941064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interpreter to base and run exactly the same script again</a:t>
            </a:r>
            <a:endParaRPr lang="en-US" sz="1550" dirty="0"/>
          </a:p>
        </p:txBody>
      </p:sp>
      <p:sp>
        <p:nvSpPr>
          <p:cNvPr id="29" name="Tip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ip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the last step to fail</a:t>
            </a: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that is the point of the exercise. Commands are in exercises.md.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Pill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Pill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14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16" name="Title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 an Environment</a:t>
            </a:r>
            <a:endParaRPr lang="en-US" sz="3200" dirty="0"/>
          </a:p>
        </p:txBody>
      </p:sp>
      <p:sp>
        <p:nvSpPr>
          <p:cNvPr id="17" name="Body"/>
          <p:cNvSpPr/>
          <p:nvPr/>
        </p:nvSpPr>
        <p:spPr>
          <a:xfrm>
            <a:off x="822960" y="192024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environment can be written down as a small text file: environment.yml.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env export --from-history &gt; environment.yml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lists the environment's name, its channels, and the packages you asked for — that is all anyone needs.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then rebuild it with conda env create --file environment.yml.</a:t>
            </a:r>
            <a:endParaRPr lang="en-US" sz="1600" dirty="0"/>
          </a:p>
        </p:txBody>
      </p:sp>
      <p:sp>
        <p:nvSpPr>
          <p:cNvPr id="18" name="Tip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ip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--from-history</a:t>
            </a: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plain export also lists every automatically-installed dependency, pinned to versions that may only exist on your computer.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2" name="Pill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Pill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14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16" name="Title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2 — Export, Delete, Rebuild</a:t>
            </a:r>
            <a:endParaRPr lang="en-US" sz="3200" dirty="0"/>
          </a:p>
        </p:txBody>
      </p:sp>
      <p:sp>
        <p:nvSpPr>
          <p:cNvPr id="17" name="Badge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BadgeNum"/>
          <p:cNvSpPr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StepText"/>
          <p:cNvSpPr/>
          <p:nvPr/>
        </p:nvSpPr>
        <p:spPr>
          <a:xfrm>
            <a:off x="1371600" y="207568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tech2-test to environment.yml, and open the file in VS Code</a:t>
            </a:r>
            <a:endParaRPr lang="en-US" sz="1550" dirty="0"/>
          </a:p>
        </p:txBody>
      </p:sp>
      <p:sp>
        <p:nvSpPr>
          <p:cNvPr id="20" name="Badge"/>
          <p:cNvSpPr/>
          <p:nvPr/>
        </p:nvSpPr>
        <p:spPr>
          <a:xfrm>
            <a:off x="822960" y="272491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BadgeNum"/>
          <p:cNvSpPr/>
          <p:nvPr/>
        </p:nvSpPr>
        <p:spPr>
          <a:xfrm>
            <a:off x="82296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StepText"/>
          <p:cNvSpPr/>
          <p:nvPr/>
        </p:nvSpPr>
        <p:spPr>
          <a:xfrm>
            <a:off x="1371600" y="269748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 the environment, then delete it entirely</a:t>
            </a:r>
            <a:endParaRPr lang="en-US" sz="1550" dirty="0"/>
          </a:p>
        </p:txBody>
      </p:sp>
      <p:sp>
        <p:nvSpPr>
          <p:cNvPr id="23" name="Badge"/>
          <p:cNvSpPr/>
          <p:nvPr/>
        </p:nvSpPr>
        <p:spPr>
          <a:xfrm>
            <a:off x="822960" y="3346704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BadgeNum"/>
          <p:cNvSpPr/>
          <p:nvPr/>
        </p:nvSpPr>
        <p:spPr>
          <a:xfrm>
            <a:off x="82296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tepText"/>
          <p:cNvSpPr/>
          <p:nvPr/>
        </p:nvSpPr>
        <p:spPr>
          <a:xfrm>
            <a:off x="1371600" y="331927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conda env list that it really is gone</a:t>
            </a:r>
            <a:endParaRPr lang="en-US" sz="1550" dirty="0"/>
          </a:p>
        </p:txBody>
      </p:sp>
      <p:sp>
        <p:nvSpPr>
          <p:cNvPr id="26" name="Badge"/>
          <p:cNvSpPr/>
          <p:nvPr/>
        </p:nvSpPr>
        <p:spPr>
          <a:xfrm>
            <a:off x="822960" y="396849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BadgeNum"/>
          <p:cNvSpPr/>
          <p:nvPr/>
        </p:nvSpPr>
        <p:spPr>
          <a:xfrm>
            <a:off x="82296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tepText"/>
          <p:cNvSpPr/>
          <p:nvPr/>
        </p:nvSpPr>
        <p:spPr>
          <a:xfrm>
            <a:off x="1371600" y="3941064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it from the file, and check that pandas is back</a:t>
            </a:r>
            <a:endParaRPr lang="en-US" sz="1550" dirty="0"/>
          </a:p>
        </p:txBody>
      </p:sp>
      <p:sp>
        <p:nvSpPr>
          <p:cNvPr id="29" name="Tip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ip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destroyed an environment and recreated it from a text file</a:t>
            </a: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That file is the whole point of today.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2" name="Pill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Pill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14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16" name="Title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3 — Recreate Someone Else's Project</a:t>
            </a:r>
            <a:endParaRPr lang="en-US" sz="3200" dirty="0"/>
          </a:p>
        </p:txBody>
      </p:sp>
      <p:sp>
        <p:nvSpPr>
          <p:cNvPr id="17" name="Badge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BadgeNum"/>
          <p:cNvSpPr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StepText"/>
          <p:cNvSpPr/>
          <p:nvPr/>
        </p:nvSpPr>
        <p:spPr>
          <a:xfrm>
            <a:off x="1371600" y="207568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unzip temp-conversion-app.zip</a:t>
            </a:r>
            <a:endParaRPr lang="en-US" sz="1550" dirty="0"/>
          </a:p>
        </p:txBody>
      </p:sp>
      <p:sp>
        <p:nvSpPr>
          <p:cNvPr id="20" name="Badge"/>
          <p:cNvSpPr/>
          <p:nvPr/>
        </p:nvSpPr>
        <p:spPr>
          <a:xfrm>
            <a:off x="822960" y="272491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BadgeNum"/>
          <p:cNvSpPr/>
          <p:nvPr/>
        </p:nvSpPr>
        <p:spPr>
          <a:xfrm>
            <a:off x="82296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StepText"/>
          <p:cNvSpPr/>
          <p:nvPr/>
        </p:nvSpPr>
        <p:spPr>
          <a:xfrm>
            <a:off x="1371600" y="269748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its environment.yml and see what the project needs</a:t>
            </a:r>
            <a:endParaRPr lang="en-US" sz="1550" dirty="0"/>
          </a:p>
        </p:txBody>
      </p:sp>
      <p:sp>
        <p:nvSpPr>
          <p:cNvPr id="23" name="Badge"/>
          <p:cNvSpPr/>
          <p:nvPr/>
        </p:nvSpPr>
        <p:spPr>
          <a:xfrm>
            <a:off x="822960" y="3346704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BadgeNum"/>
          <p:cNvSpPr/>
          <p:nvPr/>
        </p:nvSpPr>
        <p:spPr>
          <a:xfrm>
            <a:off x="82296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tepText"/>
          <p:cNvSpPr/>
          <p:nvPr/>
        </p:nvSpPr>
        <p:spPr>
          <a:xfrm>
            <a:off x="1371600" y="331927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environment from that file, and select it as your interpreter in VS Code</a:t>
            </a:r>
            <a:endParaRPr lang="en-US" sz="1550" dirty="0"/>
          </a:p>
        </p:txBody>
      </p:sp>
      <p:sp>
        <p:nvSpPr>
          <p:cNvPr id="26" name="Badge"/>
          <p:cNvSpPr/>
          <p:nvPr/>
        </p:nvSpPr>
        <p:spPr>
          <a:xfrm>
            <a:off x="822960" y="396849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BadgeNum"/>
          <p:cNvSpPr/>
          <p:nvPr/>
        </p:nvSpPr>
        <p:spPr>
          <a:xfrm>
            <a:off x="82296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tepText"/>
          <p:cNvSpPr/>
          <p:nvPr/>
        </p:nvSpPr>
        <p:spPr>
          <a:xfrm>
            <a:off x="1371600" y="3941064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app, and open the URL that appears in the terminal</a:t>
            </a:r>
            <a:endParaRPr lang="en-US" sz="1550" dirty="0"/>
          </a:p>
        </p:txBody>
      </p:sp>
      <p:sp>
        <p:nvSpPr>
          <p:cNvPr id="29" name="Tip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ip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about to run a project built with a package you have never used</a:t>
            </a: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without installing anything by hand. That is what an environment file buys you.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2" name="Pill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Pill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14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16" name="Title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4 — Your Part 2 Environment</a:t>
            </a:r>
            <a:endParaRPr lang="en-US" sz="3200" dirty="0"/>
          </a:p>
        </p:txBody>
      </p:sp>
      <p:sp>
        <p:nvSpPr>
          <p:cNvPr id="17" name="Badge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BadgeNum"/>
          <p:cNvSpPr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StepText"/>
          <p:cNvSpPr/>
          <p:nvPr/>
        </p:nvSpPr>
        <p:spPr>
          <a:xfrm>
            <a:off x="1371600" y="207568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environment straight from a URL — no downloading first</a:t>
            </a:r>
            <a:endParaRPr lang="en-US" sz="1550" dirty="0"/>
          </a:p>
        </p:txBody>
      </p:sp>
      <p:sp>
        <p:nvSpPr>
          <p:cNvPr id="20" name="Badge"/>
          <p:cNvSpPr/>
          <p:nvPr/>
        </p:nvSpPr>
        <p:spPr>
          <a:xfrm>
            <a:off x="822960" y="272491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BadgeNum"/>
          <p:cNvSpPr/>
          <p:nvPr/>
        </p:nvSpPr>
        <p:spPr>
          <a:xfrm>
            <a:off x="82296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StepText"/>
          <p:cNvSpPr/>
          <p:nvPr/>
        </p:nvSpPr>
        <p:spPr>
          <a:xfrm>
            <a:off x="1371600" y="269748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it appears in conda env list</a:t>
            </a:r>
            <a:endParaRPr lang="en-US" sz="1550" dirty="0"/>
          </a:p>
        </p:txBody>
      </p:sp>
      <p:sp>
        <p:nvSpPr>
          <p:cNvPr id="23" name="Badge"/>
          <p:cNvSpPr/>
          <p:nvPr/>
        </p:nvSpPr>
        <p:spPr>
          <a:xfrm>
            <a:off x="822960" y="3346704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BadgeNum"/>
          <p:cNvSpPr/>
          <p:nvPr/>
        </p:nvSpPr>
        <p:spPr>
          <a:xfrm>
            <a:off x="82296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tepText"/>
          <p:cNvSpPr/>
          <p:nvPr/>
        </p:nvSpPr>
        <p:spPr>
          <a:xfrm>
            <a:off x="1371600" y="331927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it, and confirm that pandas is installed</a:t>
            </a:r>
            <a:endParaRPr lang="en-US" sz="1550" dirty="0"/>
          </a:p>
        </p:txBody>
      </p:sp>
      <p:sp>
        <p:nvSpPr>
          <p:cNvPr id="26" name="Badge"/>
          <p:cNvSpPr/>
          <p:nvPr/>
        </p:nvSpPr>
        <p:spPr>
          <a:xfrm>
            <a:off x="822960" y="396849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BadgeNum"/>
          <p:cNvSpPr/>
          <p:nvPr/>
        </p:nvSpPr>
        <p:spPr>
          <a:xfrm>
            <a:off x="82296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tepText"/>
          <p:cNvSpPr/>
          <p:nvPr/>
        </p:nvSpPr>
        <p:spPr>
          <a:xfrm>
            <a:off x="1371600" y="3941064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one — you will use it for the rest of the course</a:t>
            </a:r>
            <a:endParaRPr lang="en-US" sz="1550" dirty="0"/>
          </a:p>
        </p:txBody>
      </p:sp>
      <p:sp>
        <p:nvSpPr>
          <p:cNvPr id="29" name="Tip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ip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env create --file</a:t>
            </a: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accepts a web address just as happily as a file on your own computer.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2" name="Pill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Pill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14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16" name="Title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conda vs. pip</a:t>
            </a:r>
            <a:endParaRPr lang="en-US" sz="3200" dirty="0"/>
          </a:p>
        </p:txBody>
      </p:sp>
      <p:sp>
        <p:nvSpPr>
          <p:cNvPr id="17" name="Body"/>
          <p:cNvSpPr/>
          <p:nvPr/>
        </p:nvSpPr>
        <p:spPr>
          <a:xfrm>
            <a:off x="822960" y="192024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is Python's own package installer, and it works inside conda environments too.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conda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checks that all your packages fit together before installing anything.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pip when conda cannot help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some packages are not on 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conda-forge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new releases reach 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PyPI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conda packages first, then pip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installing with conda afterwards can overwrite what pip did.</a:t>
            </a:r>
            <a:endParaRPr lang="en-US" sz="1600" dirty="0"/>
          </a:p>
        </p:txBody>
      </p:sp>
      <p:sp>
        <p:nvSpPr>
          <p:cNvPr id="18" name="Tip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ip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</a:t>
            </a: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--from-history does not record pip installs. If you used pip, add those packages to environment.yml yourself.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2" name="Pill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Pill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14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656" y="576072"/>
            <a:ext cx="438912" cy="438912"/>
          </a:xfrm>
          <a:prstGeom prst="rect">
            <a:avLst/>
          </a:prstGeom>
        </p:spPr>
      </p:pic>
      <p:sp>
        <p:nvSpPr>
          <p:cNvPr id="16" name="Title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3200" dirty="0"/>
          </a:p>
        </p:txBody>
      </p:sp>
      <p:sp>
        <p:nvSpPr>
          <p:cNvPr id="17" name="Body"/>
          <p:cNvSpPr/>
          <p:nvPr/>
        </p:nvSpPr>
        <p:spPr>
          <a:xfrm>
            <a:off x="822960" y="192024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environment per project.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install into base.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environments clear, descriptive names — usually the project name.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the versions that actually matter to the project.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 environment.yml and keep it alongside your code.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environments you no longer use — they take up real disk space.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ircle"/>
          <p:cNvSpPr/>
          <p:nvPr/>
        </p:nvSpPr>
        <p:spPr>
          <a:xfrm>
            <a:off x="5637276" y="1051560"/>
            <a:ext cx="914400" cy="91440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436" y="1190460"/>
            <a:ext cx="640080" cy="640080"/>
          </a:xfrm>
          <a:prstGeom prst="rect">
            <a:avLst/>
          </a:prstGeom>
        </p:spPr>
      </p:pic>
      <p:sp>
        <p:nvSpPr>
          <p:cNvPr id="13" name="Text"/>
          <p:cNvSpPr/>
          <p:nvPr/>
        </p:nvSpPr>
        <p:spPr>
          <a:xfrm>
            <a:off x="731520" y="192140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You've Built Today</a:t>
            </a:r>
            <a:endParaRPr lang="en-US" sz="3200" dirty="0"/>
          </a:p>
        </p:txBody>
      </p:sp>
      <p:sp>
        <p:nvSpPr>
          <p:cNvPr id="14" name="Body"/>
          <p:cNvSpPr/>
          <p:nvPr/>
        </p:nvSpPr>
        <p:spPr>
          <a:xfrm>
            <a:off x="2194560" y="2744360"/>
            <a:ext cx="7799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tech2-test — created, exported, deleted, and rebuilt from a file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temp-conversion-app — someone else's project, running on your machine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 2 environment — ready for pandas and matplotlib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habit to keep: one environment per project, and never touch base</a:t>
            </a:r>
            <a:endParaRPr lang="en-US" sz="1600" dirty="0"/>
          </a:p>
        </p:txBody>
      </p:sp>
      <p:sp>
        <p:nvSpPr>
          <p:cNvPr id="15" name="FooterBox"/>
          <p:cNvSpPr/>
          <p:nvPr/>
        </p:nvSpPr>
        <p:spPr>
          <a:xfrm>
            <a:off x="1463040" y="5029200"/>
            <a:ext cx="9262872" cy="1005840"/>
          </a:xfrm>
          <a:prstGeom prst="roundRect">
            <a:avLst>
              <a:gd name="adj" fmla="val 9091"/>
            </a:avLst>
          </a:prstGeom>
          <a:solidFill>
            <a:srgbClr val="F1F4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FooterText"/>
          <p:cNvSpPr/>
          <p:nvPr/>
        </p:nvSpPr>
        <p:spPr>
          <a:xfrm>
            <a:off x="1645920" y="5029200"/>
            <a:ext cx="8897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Part 2 — working with data.</a:t>
            </a:r>
            <a:endParaRPr lang="en-US" sz="1500" b="1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now on, you will </a:t>
            </a:r>
            <a:r>
              <a:rPr lang="en-US" sz="15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inside the TECH2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1264</Words>
  <Application>Microsoft Office PowerPoint</Application>
  <PresentationFormat>Widescreen</PresentationFormat>
  <Paragraphs>136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TECH2 Week 6 Workshop - Virtual Environments with conda</dc:title>
  <cp:lastModifiedBy>Isabel Montero Hovdahl</cp:lastModifiedBy>
  <cp:revision>1</cp:revision>
  <dcterms:modified xsi:type="dcterms:W3CDTF">2026-08-04T09:06:28Z</dcterms:modified>
</cp:coreProperties>
</file>