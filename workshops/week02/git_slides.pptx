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81" r:id="rId27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B8F"/>
    <a:srgbClr val="F96167"/>
    <a:srgbClr val="1E2761"/>
    <a:srgbClr val="CADCFC"/>
    <a:srgbClr val="9DACD3"/>
    <a:srgbClr val="FFFFFF"/>
    <a:srgbClr val="F1F4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9D8F9B-9C7A-40A0-80E3-07409EA71867}" v="18" dt="2026-07-24T11:13:05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10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 Montero Hovdahl" userId="e6c00a4d-4ab5-475c-996d-11be2680c122" providerId="ADAL" clId="{492A1D5D-B8BD-4473-8F28-59B786D7141F}"/>
    <pc:docChg chg="undo custSel addSld delSld modSld">
      <pc:chgData name="Isabel Montero Hovdahl" userId="e6c00a4d-4ab5-475c-996d-11be2680c122" providerId="ADAL" clId="{492A1D5D-B8BD-4473-8F28-59B786D7141F}" dt="2026-07-24T11:18:22.497" v="1379" actId="1076"/>
      <pc:docMkLst>
        <pc:docMk/>
      </pc:docMkLst>
      <pc:sldChg chg="delSp modSp del mod">
        <pc:chgData name="Isabel Montero Hovdahl" userId="e6c00a4d-4ab5-475c-996d-11be2680c122" providerId="ADAL" clId="{492A1D5D-B8BD-4473-8F28-59B786D7141F}" dt="2026-07-24T11:14:05.342" v="1356" actId="47"/>
        <pc:sldMkLst>
          <pc:docMk/>
          <pc:sldMk cId="0" sldId="256"/>
        </pc:sldMkLst>
        <pc:spChg chg="mod">
          <ac:chgData name="Isabel Montero Hovdahl" userId="e6c00a4d-4ab5-475c-996d-11be2680c122" providerId="ADAL" clId="{492A1D5D-B8BD-4473-8F28-59B786D7141F}" dt="2026-07-24T10:46:25.388" v="1263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46:54.708" v="1265" actId="207"/>
          <ac:spMkLst>
            <pc:docMk/>
            <pc:sldMk cId="0" sldId="256"/>
            <ac:spMk id="6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19:15.461" v="604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Isabel Montero Hovdahl" userId="e6c00a4d-4ab5-475c-996d-11be2680c122" providerId="ADAL" clId="{492A1D5D-B8BD-4473-8F28-59B786D7141F}" dt="2026-07-24T11:14:59.021" v="1359" actId="207"/>
        <pc:sldMkLst>
          <pc:docMk/>
          <pc:sldMk cId="0" sldId="257"/>
        </pc:sldMkLst>
        <pc:spChg chg="mod">
          <ac:chgData name="Isabel Montero Hovdahl" userId="e6c00a4d-4ab5-475c-996d-11be2680c122" providerId="ADAL" clId="{492A1D5D-B8BD-4473-8F28-59B786D7141F}" dt="2026-07-24T10:57:46.974" v="1279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4:59.021" v="1359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20:13.540" v="699" actId="20577"/>
          <ac:spMkLst>
            <pc:docMk/>
            <pc:sldMk cId="0" sldId="257"/>
            <ac:spMk id="8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20:26.197" v="701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20:25.304" v="700" actId="478"/>
          <ac:spMkLst>
            <pc:docMk/>
            <pc:sldMk cId="0" sldId="257"/>
            <ac:spMk id="10" creationId="{00000000-0000-0000-0000-000000000000}"/>
          </ac:spMkLst>
        </pc:spChg>
        <pc:picChg chg="mod">
          <ac:chgData name="Isabel Montero Hovdahl" userId="e6c00a4d-4ab5-475c-996d-11be2680c122" providerId="ADAL" clId="{492A1D5D-B8BD-4473-8F28-59B786D7141F}" dt="2026-07-24T10:56:14.293" v="1272" actId="1037"/>
          <ac:picMkLst>
            <pc:docMk/>
            <pc:sldMk cId="0" sldId="257"/>
            <ac:picMk id="6" creationId="{00000000-0000-0000-0000-000000000000}"/>
          </ac:picMkLst>
        </pc:picChg>
      </pc:sldChg>
      <pc:sldChg chg="delSp modSp mod">
        <pc:chgData name="Isabel Montero Hovdahl" userId="e6c00a4d-4ab5-475c-996d-11be2680c122" providerId="ADAL" clId="{492A1D5D-B8BD-4473-8F28-59B786D7141F}" dt="2026-07-24T11:15:04.149" v="1360" actId="207"/>
        <pc:sldMkLst>
          <pc:docMk/>
          <pc:sldMk cId="0" sldId="258"/>
        </pc:sldMkLst>
        <pc:spChg chg="mod">
          <ac:chgData name="Isabel Montero Hovdahl" userId="e6c00a4d-4ab5-475c-996d-11be2680c122" providerId="ADAL" clId="{492A1D5D-B8BD-4473-8F28-59B786D7141F}" dt="2026-07-24T10:57:42.728" v="1278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5:04.149" v="1360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20:35.830" v="704" actId="113"/>
          <ac:spMkLst>
            <pc:docMk/>
            <pc:sldMk cId="0" sldId="258"/>
            <ac:spMk id="8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21:06.315" v="706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21:05.559" v="705" actId="478"/>
          <ac:spMkLst>
            <pc:docMk/>
            <pc:sldMk cId="0" sldId="258"/>
            <ac:spMk id="10" creationId="{00000000-0000-0000-0000-000000000000}"/>
          </ac:spMkLst>
        </pc:spChg>
      </pc:sldChg>
      <pc:sldChg chg="delSp modSp mod">
        <pc:chgData name="Isabel Montero Hovdahl" userId="e6c00a4d-4ab5-475c-996d-11be2680c122" providerId="ADAL" clId="{492A1D5D-B8BD-4473-8F28-59B786D7141F}" dt="2026-07-24T11:15:09.905" v="1361" actId="207"/>
        <pc:sldMkLst>
          <pc:docMk/>
          <pc:sldMk cId="0" sldId="259"/>
        </pc:sldMkLst>
        <pc:spChg chg="mod">
          <ac:chgData name="Isabel Montero Hovdahl" userId="e6c00a4d-4ab5-475c-996d-11be2680c122" providerId="ADAL" clId="{492A1D5D-B8BD-4473-8F28-59B786D7141F}" dt="2026-07-24T10:57:37.523" v="1277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5:09.905" v="1361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28:17.517" v="874" actId="20577"/>
          <ac:spMkLst>
            <pc:docMk/>
            <pc:sldMk cId="0" sldId="259"/>
            <ac:spMk id="8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28:28.308" v="876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28:26.916" v="875" actId="478"/>
          <ac:spMkLst>
            <pc:docMk/>
            <pc:sldMk cId="0" sldId="259"/>
            <ac:spMk id="10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7-24T11:15:16.683" v="1362" actId="207"/>
        <pc:sldMkLst>
          <pc:docMk/>
          <pc:sldMk cId="0" sldId="260"/>
        </pc:sldMkLst>
        <pc:spChg chg="mod">
          <ac:chgData name="Isabel Montero Hovdahl" userId="e6c00a4d-4ab5-475c-996d-11be2680c122" providerId="ADAL" clId="{492A1D5D-B8BD-4473-8F28-59B786D7141F}" dt="2026-07-24T11:15:16.683" v="1362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26:39.519" v="725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26:57.419" v="726" actId="113"/>
          <ac:spMkLst>
            <pc:docMk/>
            <pc:sldMk cId="0" sldId="260"/>
            <ac:spMk id="10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7-24T11:15:22.609" v="1363" actId="207"/>
        <pc:sldMkLst>
          <pc:docMk/>
          <pc:sldMk cId="0" sldId="261"/>
        </pc:sldMkLst>
        <pc:spChg chg="mod">
          <ac:chgData name="Isabel Montero Hovdahl" userId="e6c00a4d-4ab5-475c-996d-11be2680c122" providerId="ADAL" clId="{492A1D5D-B8BD-4473-8F28-59B786D7141F}" dt="2026-07-24T11:15:22.609" v="1363" actId="207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7-24T11:15:27.576" v="1364" actId="207"/>
        <pc:sldMkLst>
          <pc:docMk/>
          <pc:sldMk cId="0" sldId="262"/>
        </pc:sldMkLst>
        <pc:spChg chg="mod">
          <ac:chgData name="Isabel Montero Hovdahl" userId="e6c00a4d-4ab5-475c-996d-11be2680c122" providerId="ADAL" clId="{492A1D5D-B8BD-4473-8F28-59B786D7141F}" dt="2026-07-24T11:15:27.576" v="1364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7:27:54.799" v="100" actId="6549"/>
          <ac:spMkLst>
            <pc:docMk/>
            <pc:sldMk cId="0" sldId="262"/>
            <ac:spMk id="8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29:26.910" v="911" actId="20577"/>
          <ac:spMkLst>
            <pc:docMk/>
            <pc:sldMk cId="0" sldId="262"/>
            <ac:spMk id="11" creationId="{00000000-0000-0000-0000-000000000000}"/>
          </ac:spMkLst>
        </pc:spChg>
      </pc:sldChg>
      <pc:sldChg chg="delSp modSp mod">
        <pc:chgData name="Isabel Montero Hovdahl" userId="e6c00a4d-4ab5-475c-996d-11be2680c122" providerId="ADAL" clId="{492A1D5D-B8BD-4473-8F28-59B786D7141F}" dt="2026-07-24T11:15:34.268" v="1365" actId="207"/>
        <pc:sldMkLst>
          <pc:docMk/>
          <pc:sldMk cId="0" sldId="263"/>
        </pc:sldMkLst>
        <pc:spChg chg="mod">
          <ac:chgData name="Isabel Montero Hovdahl" userId="e6c00a4d-4ab5-475c-996d-11be2680c122" providerId="ADAL" clId="{492A1D5D-B8BD-4473-8F28-59B786D7141F}" dt="2026-07-24T11:15:34.268" v="1365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7:29:50.914" v="101" actId="20577"/>
          <ac:spMkLst>
            <pc:docMk/>
            <pc:sldMk cId="0" sldId="263"/>
            <ac:spMk id="21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30:42.107" v="927" actId="478"/>
          <ac:spMkLst>
            <pc:docMk/>
            <pc:sldMk cId="0" sldId="263"/>
            <ac:spMk id="22" creationId="{00000000-0000-0000-0000-000000000000}"/>
          </ac:spMkLst>
        </pc:spChg>
        <pc:spChg chg="del mod">
          <ac:chgData name="Isabel Montero Hovdahl" userId="e6c00a4d-4ab5-475c-996d-11be2680c122" providerId="ADAL" clId="{492A1D5D-B8BD-4473-8F28-59B786D7141F}" dt="2026-07-24T09:30:41.395" v="926" actId="478"/>
          <ac:spMkLst>
            <pc:docMk/>
            <pc:sldMk cId="0" sldId="263"/>
            <ac:spMk id="23" creationId="{00000000-0000-0000-0000-000000000000}"/>
          </ac:spMkLst>
        </pc:spChg>
      </pc:sldChg>
      <pc:sldChg chg="addSp delSp modSp mod">
        <pc:chgData name="Isabel Montero Hovdahl" userId="e6c00a4d-4ab5-475c-996d-11be2680c122" providerId="ADAL" clId="{492A1D5D-B8BD-4473-8F28-59B786D7141F}" dt="2026-07-24T11:15:39.640" v="1366" actId="207"/>
        <pc:sldMkLst>
          <pc:docMk/>
          <pc:sldMk cId="0" sldId="264"/>
        </pc:sldMkLst>
        <pc:spChg chg="add del">
          <ac:chgData name="Isabel Montero Hovdahl" userId="e6c00a4d-4ab5-475c-996d-11be2680c122" providerId="ADAL" clId="{492A1D5D-B8BD-4473-8F28-59B786D7141F}" dt="2026-07-24T10:58:22.549" v="1282" actId="478"/>
          <ac:spMkLst>
            <pc:docMk/>
            <pc:sldMk cId="0" sldId="264"/>
            <ac:spMk id="5" creationId="{00000000-0000-0000-0000-000000000000}"/>
          </ac:spMkLst>
        </pc:spChg>
        <pc:spChg chg="add del">
          <ac:chgData name="Isabel Montero Hovdahl" userId="e6c00a4d-4ab5-475c-996d-11be2680c122" providerId="ADAL" clId="{492A1D5D-B8BD-4473-8F28-59B786D7141F}" dt="2026-07-24T10:58:23.718" v="1283" actId="478"/>
          <ac:spMkLst>
            <pc:docMk/>
            <pc:sldMk cId="0" sldId="264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5:39.640" v="1366" actId="207"/>
          <ac:spMkLst>
            <pc:docMk/>
            <pc:sldMk cId="0" sldId="264"/>
            <ac:spMk id="7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55:08.345" v="1267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30:33.803" v="925"/>
          <ac:spMkLst>
            <pc:docMk/>
            <pc:sldMk cId="0" sldId="264"/>
            <ac:spMk id="29" creationId="{00000000-0000-0000-0000-000000000000}"/>
          </ac:spMkLst>
        </pc:spChg>
      </pc:sldChg>
      <pc:sldChg chg="delSp modSp mod">
        <pc:chgData name="Isabel Montero Hovdahl" userId="e6c00a4d-4ab5-475c-996d-11be2680c122" providerId="ADAL" clId="{492A1D5D-B8BD-4473-8F28-59B786D7141F}" dt="2026-07-24T11:15:44.439" v="1367" actId="207"/>
        <pc:sldMkLst>
          <pc:docMk/>
          <pc:sldMk cId="0" sldId="265"/>
        </pc:sldMkLst>
        <pc:spChg chg="del">
          <ac:chgData name="Isabel Montero Hovdahl" userId="e6c00a4d-4ab5-475c-996d-11be2680c122" providerId="ADAL" clId="{492A1D5D-B8BD-4473-8F28-59B786D7141F}" dt="2026-07-24T10:58:35.557" v="1284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10:58:36.453" v="1285" actId="478"/>
          <ac:spMkLst>
            <pc:docMk/>
            <pc:sldMk cId="0" sldId="265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5:44.439" v="1367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31:07.229" v="942" actId="20577"/>
          <ac:spMkLst>
            <pc:docMk/>
            <pc:sldMk cId="0" sldId="265"/>
            <ac:spMk id="21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31:17.368" v="944" actId="478"/>
          <ac:spMkLst>
            <pc:docMk/>
            <pc:sldMk cId="0" sldId="265"/>
            <ac:spMk id="22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31:16.752" v="943" actId="478"/>
          <ac:spMkLst>
            <pc:docMk/>
            <pc:sldMk cId="0" sldId="265"/>
            <ac:spMk id="23" creationId="{00000000-0000-0000-0000-000000000000}"/>
          </ac:spMkLst>
        </pc:spChg>
      </pc:sldChg>
      <pc:sldChg chg="delSp modSp mod">
        <pc:chgData name="Isabel Montero Hovdahl" userId="e6c00a4d-4ab5-475c-996d-11be2680c122" providerId="ADAL" clId="{492A1D5D-B8BD-4473-8F28-59B786D7141F}" dt="2026-07-24T11:15:49.531" v="1368" actId="207"/>
        <pc:sldMkLst>
          <pc:docMk/>
          <pc:sldMk cId="0" sldId="266"/>
        </pc:sldMkLst>
        <pc:spChg chg="mod">
          <ac:chgData name="Isabel Montero Hovdahl" userId="e6c00a4d-4ab5-475c-996d-11be2680c122" providerId="ADAL" clId="{492A1D5D-B8BD-4473-8F28-59B786D7141F}" dt="2026-07-24T10:48:45.258" v="1266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5:49.531" v="1368" actId="207"/>
          <ac:spMkLst>
            <pc:docMk/>
            <pc:sldMk cId="0" sldId="266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32:03.923" v="1058" actId="20577"/>
          <ac:spMkLst>
            <pc:docMk/>
            <pc:sldMk cId="0" sldId="266"/>
            <ac:spMk id="8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32:12.275" v="1060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32:11.612" v="1059" actId="478"/>
          <ac:spMkLst>
            <pc:docMk/>
            <pc:sldMk cId="0" sldId="266"/>
            <ac:spMk id="10" creationId="{00000000-0000-0000-0000-000000000000}"/>
          </ac:spMkLst>
        </pc:spChg>
      </pc:sldChg>
      <pc:sldChg chg="delSp modSp mod">
        <pc:chgData name="Isabel Montero Hovdahl" userId="e6c00a4d-4ab5-475c-996d-11be2680c122" providerId="ADAL" clId="{492A1D5D-B8BD-4473-8F28-59B786D7141F}" dt="2026-07-24T11:15:55.364" v="1369" actId="207"/>
        <pc:sldMkLst>
          <pc:docMk/>
          <pc:sldMk cId="0" sldId="267"/>
        </pc:sldMkLst>
        <pc:spChg chg="del">
          <ac:chgData name="Isabel Montero Hovdahl" userId="e6c00a4d-4ab5-475c-996d-11be2680c122" providerId="ADAL" clId="{492A1D5D-B8BD-4473-8F28-59B786D7141F}" dt="2026-07-24T10:58:56.444" v="1289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10:58:55.909" v="1288" actId="478"/>
          <ac:spMkLst>
            <pc:docMk/>
            <pc:sldMk cId="0" sldId="267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5:55.364" v="1369" actId="207"/>
          <ac:spMkLst>
            <pc:docMk/>
            <pc:sldMk cId="0" sldId="267"/>
            <ac:spMk id="7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35:25.213" v="1159" actId="113"/>
          <ac:spMkLst>
            <pc:docMk/>
            <pc:sldMk cId="0" sldId="267"/>
            <ac:spMk id="23" creationId="{00000000-0000-0000-0000-000000000000}"/>
          </ac:spMkLst>
        </pc:spChg>
      </pc:sldChg>
      <pc:sldChg chg="delSp modSp mod">
        <pc:chgData name="Isabel Montero Hovdahl" userId="e6c00a4d-4ab5-475c-996d-11be2680c122" providerId="ADAL" clId="{492A1D5D-B8BD-4473-8F28-59B786D7141F}" dt="2026-07-24T11:16:01.007" v="1370" actId="207"/>
        <pc:sldMkLst>
          <pc:docMk/>
          <pc:sldMk cId="0" sldId="268"/>
        </pc:sldMkLst>
        <pc:spChg chg="del">
          <ac:chgData name="Isabel Montero Hovdahl" userId="e6c00a4d-4ab5-475c-996d-11be2680c122" providerId="ADAL" clId="{492A1D5D-B8BD-4473-8F28-59B786D7141F}" dt="2026-07-24T10:59:07.669" v="1292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10:59:07.045" v="1291" actId="478"/>
          <ac:spMkLst>
            <pc:docMk/>
            <pc:sldMk cId="0" sldId="268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6:01.007" v="1370" actId="207"/>
          <ac:spMkLst>
            <pc:docMk/>
            <pc:sldMk cId="0" sldId="268"/>
            <ac:spMk id="7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34:31.023" v="1075" actId="1035"/>
          <ac:spMkLst>
            <pc:docMk/>
            <pc:sldMk cId="0" sldId="268"/>
            <ac:spMk id="1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34:31.023" v="1075" actId="1035"/>
          <ac:spMkLst>
            <pc:docMk/>
            <pc:sldMk cId="0" sldId="268"/>
            <ac:spMk id="1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35:01.995" v="1150" actId="20577"/>
          <ac:spMkLst>
            <pc:docMk/>
            <pc:sldMk cId="0" sldId="268"/>
            <ac:spMk id="18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35:07.450" v="1152" actId="478"/>
          <ac:spMkLst>
            <pc:docMk/>
            <pc:sldMk cId="0" sldId="268"/>
            <ac:spMk id="19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35:06.798" v="1151" actId="478"/>
          <ac:spMkLst>
            <pc:docMk/>
            <pc:sldMk cId="0" sldId="268"/>
            <ac:spMk id="20" creationId="{00000000-0000-0000-0000-000000000000}"/>
          </ac:spMkLst>
        </pc:spChg>
      </pc:sldChg>
      <pc:sldChg chg="addSp delSp modSp mod">
        <pc:chgData name="Isabel Montero Hovdahl" userId="e6c00a4d-4ab5-475c-996d-11be2680c122" providerId="ADAL" clId="{492A1D5D-B8BD-4473-8F28-59B786D7141F}" dt="2026-07-24T11:16:07.101" v="1371" actId="207"/>
        <pc:sldMkLst>
          <pc:docMk/>
          <pc:sldMk cId="0" sldId="269"/>
        </pc:sldMkLst>
        <pc:spChg chg="del">
          <ac:chgData name="Isabel Montero Hovdahl" userId="e6c00a4d-4ab5-475c-996d-11be2680c122" providerId="ADAL" clId="{492A1D5D-B8BD-4473-8F28-59B786D7141F}" dt="2026-07-24T10:59:21.894" v="1295" actId="478"/>
          <ac:spMkLst>
            <pc:docMk/>
            <pc:sldMk cId="0" sldId="269"/>
            <ac:spMk id="5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10:59:21.286" v="1294" actId="478"/>
          <ac:spMkLst>
            <pc:docMk/>
            <pc:sldMk cId="0" sldId="269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6:07.101" v="1371" actId="207"/>
          <ac:spMkLst>
            <pc:docMk/>
            <pc:sldMk cId="0" sldId="269"/>
            <ac:spMk id="7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02:24.985" v="158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36:37.066" v="1208" actId="20577"/>
          <ac:spMkLst>
            <pc:docMk/>
            <pc:sldMk cId="0" sldId="269"/>
            <ac:spMk id="21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09:15:25.899" v="544" actId="478"/>
          <ac:spMkLst>
            <pc:docMk/>
            <pc:sldMk cId="0" sldId="269"/>
            <ac:spMk id="25" creationId="{00000000-0000-0000-0000-000000000000}"/>
          </ac:spMkLst>
        </pc:spChg>
        <pc:spChg chg="del mod">
          <ac:chgData name="Isabel Montero Hovdahl" userId="e6c00a4d-4ab5-475c-996d-11be2680c122" providerId="ADAL" clId="{492A1D5D-B8BD-4473-8F28-59B786D7141F}" dt="2026-07-24T09:15:27.900" v="545" actId="478"/>
          <ac:spMkLst>
            <pc:docMk/>
            <pc:sldMk cId="0" sldId="269"/>
            <ac:spMk id="26" creationId="{00000000-0000-0000-0000-000000000000}"/>
          </ac:spMkLst>
        </pc:spChg>
        <pc:spChg chg="add">
          <ac:chgData name="Isabel Montero Hovdahl" userId="e6c00a4d-4ab5-475c-996d-11be2680c122" providerId="ADAL" clId="{492A1D5D-B8BD-4473-8F28-59B786D7141F}" dt="2026-07-24T09:15:28.889" v="546" actId="22"/>
          <ac:spMkLst>
            <pc:docMk/>
            <pc:sldMk cId="0" sldId="269"/>
            <ac:spMk id="28" creationId="{D167634E-E36A-AC1F-A69D-F3B600E38671}"/>
          </ac:spMkLst>
        </pc:spChg>
        <pc:spChg chg="add mod">
          <ac:chgData name="Isabel Montero Hovdahl" userId="e6c00a4d-4ab5-475c-996d-11be2680c122" providerId="ADAL" clId="{492A1D5D-B8BD-4473-8F28-59B786D7141F}" dt="2026-07-24T09:36:44.279" v="1209" actId="113"/>
          <ac:spMkLst>
            <pc:docMk/>
            <pc:sldMk cId="0" sldId="269"/>
            <ac:spMk id="30" creationId="{B75C4976-BA69-8B61-B93F-C40C75EA0FA0}"/>
          </ac:spMkLst>
        </pc:spChg>
      </pc:sldChg>
      <pc:sldChg chg="modSp mod">
        <pc:chgData name="Isabel Montero Hovdahl" userId="e6c00a4d-4ab5-475c-996d-11be2680c122" providerId="ADAL" clId="{492A1D5D-B8BD-4473-8F28-59B786D7141F}" dt="2026-07-24T11:16:13.938" v="1372" actId="207"/>
        <pc:sldMkLst>
          <pc:docMk/>
          <pc:sldMk cId="0" sldId="270"/>
        </pc:sldMkLst>
        <pc:spChg chg="mod">
          <ac:chgData name="Isabel Montero Hovdahl" userId="e6c00a4d-4ab5-475c-996d-11be2680c122" providerId="ADAL" clId="{492A1D5D-B8BD-4473-8F28-59B786D7141F}" dt="2026-07-24T11:16:13.938" v="1372" actId="207"/>
          <ac:spMkLst>
            <pc:docMk/>
            <pc:sldMk cId="0" sldId="270"/>
            <ac:spMk id="5" creationId="{00000000-0000-0000-0000-000000000000}"/>
          </ac:spMkLst>
        </pc:spChg>
      </pc:sldChg>
      <pc:sldChg chg="delSp modSp mod">
        <pc:chgData name="Isabel Montero Hovdahl" userId="e6c00a4d-4ab5-475c-996d-11be2680c122" providerId="ADAL" clId="{492A1D5D-B8BD-4473-8F28-59B786D7141F}" dt="2026-07-24T11:16:19.576" v="1373" actId="207"/>
        <pc:sldMkLst>
          <pc:docMk/>
          <pc:sldMk cId="0" sldId="271"/>
        </pc:sldMkLst>
        <pc:spChg chg="del">
          <ac:chgData name="Isabel Montero Hovdahl" userId="e6c00a4d-4ab5-475c-996d-11be2680c122" providerId="ADAL" clId="{492A1D5D-B8BD-4473-8F28-59B786D7141F}" dt="2026-07-24T10:59:42.341" v="1299" actId="478"/>
          <ac:spMkLst>
            <pc:docMk/>
            <pc:sldMk cId="0" sldId="271"/>
            <ac:spMk id="5" creationId="{00000000-0000-0000-0000-000000000000}"/>
          </ac:spMkLst>
        </pc:spChg>
        <pc:spChg chg="del">
          <ac:chgData name="Isabel Montero Hovdahl" userId="e6c00a4d-4ab5-475c-996d-11be2680c122" providerId="ADAL" clId="{492A1D5D-B8BD-4473-8F28-59B786D7141F}" dt="2026-07-24T10:59:41.734" v="1298" actId="478"/>
          <ac:spMkLst>
            <pc:docMk/>
            <pc:sldMk cId="0" sldId="271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6:19.576" v="1373" actId="207"/>
          <ac:spMkLst>
            <pc:docMk/>
            <pc:sldMk cId="0" sldId="271"/>
            <ac:spMk id="7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37:46.332" v="1235" actId="20577"/>
          <ac:spMkLst>
            <pc:docMk/>
            <pc:sldMk cId="0" sldId="271"/>
            <ac:spMk id="21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38:12.803" v="1262" actId="113"/>
          <ac:spMkLst>
            <pc:docMk/>
            <pc:sldMk cId="0" sldId="271"/>
            <ac:spMk id="23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7-24T11:16:25.513" v="1374" actId="207"/>
        <pc:sldMkLst>
          <pc:docMk/>
          <pc:sldMk cId="0" sldId="272"/>
        </pc:sldMkLst>
        <pc:spChg chg="mod">
          <ac:chgData name="Isabel Montero Hovdahl" userId="e6c00a4d-4ab5-475c-996d-11be2680c122" providerId="ADAL" clId="{492A1D5D-B8BD-4473-8F28-59B786D7141F}" dt="2026-07-24T11:16:25.513" v="1374" actId="207"/>
          <ac:spMkLst>
            <pc:docMk/>
            <pc:sldMk cId="0" sldId="272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13:32.085" v="536" actId="14100"/>
          <ac:spMkLst>
            <pc:docMk/>
            <pc:sldMk cId="0" sldId="272"/>
            <ac:spMk id="9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09:18:40.686" v="603" actId="113"/>
          <ac:spMkLst>
            <pc:docMk/>
            <pc:sldMk cId="0" sldId="272"/>
            <ac:spMk id="10" creationId="{00000000-0000-0000-0000-000000000000}"/>
          </ac:spMkLst>
        </pc:spChg>
      </pc:sldChg>
      <pc:sldChg chg="del">
        <pc:chgData name="Isabel Montero Hovdahl" userId="e6c00a4d-4ab5-475c-996d-11be2680c122" providerId="ADAL" clId="{492A1D5D-B8BD-4473-8F28-59B786D7141F}" dt="2026-07-24T11:12:27.063" v="1308" actId="47"/>
        <pc:sldMkLst>
          <pc:docMk/>
          <pc:sldMk cId="0" sldId="273"/>
        </pc:sldMkLst>
      </pc:sldChg>
      <pc:sldChg chg="addSp delSp modSp add mod setBg">
        <pc:chgData name="Isabel Montero Hovdahl" userId="e6c00a4d-4ab5-475c-996d-11be2680c122" providerId="ADAL" clId="{492A1D5D-B8BD-4473-8F28-59B786D7141F}" dt="2026-07-24T11:18:22.497" v="1379" actId="1076"/>
        <pc:sldMkLst>
          <pc:docMk/>
          <pc:sldMk cId="0" sldId="279"/>
        </pc:sldMkLst>
        <pc:spChg chg="add ord">
          <ac:chgData name="Isabel Montero Hovdahl" userId="e6c00a4d-4ab5-475c-996d-11be2680c122" providerId="ADAL" clId="{492A1D5D-B8BD-4473-8F28-59B786D7141F}" dt="2026-07-24T11:18:15.893" v="1378" actId="167"/>
          <ac:spMkLst>
            <pc:docMk/>
            <pc:sldMk cId="0" sldId="279"/>
            <ac:spMk id="3" creationId="{8FAECCDC-948D-DAD2-8470-331143AEB5E4}"/>
          </ac:spMkLst>
        </pc:spChg>
        <pc:spChg chg="mod">
          <ac:chgData name="Isabel Montero Hovdahl" userId="e6c00a4d-4ab5-475c-996d-11be2680c122" providerId="ADAL" clId="{492A1D5D-B8BD-4473-8F28-59B786D7141F}" dt="2026-07-24T11:11:47.439" v="1305" actId="20577"/>
          <ac:spMkLst>
            <pc:docMk/>
            <pc:sldMk cId="0" sldId="279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2:22.112" v="1307" actId="113"/>
          <ac:spMkLst>
            <pc:docMk/>
            <pc:sldMk cId="0" sldId="279"/>
            <ac:spMk id="7" creationId="{00000000-0000-0000-0000-000000000000}"/>
          </ac:spMkLst>
        </pc:spChg>
        <pc:spChg chg="del mod">
          <ac:chgData name="Isabel Montero Hovdahl" userId="e6c00a4d-4ab5-475c-996d-11be2680c122" providerId="ADAL" clId="{492A1D5D-B8BD-4473-8F28-59B786D7141F}" dt="2026-07-24T11:18:10.626" v="1376" actId="478"/>
          <ac:spMkLst>
            <pc:docMk/>
            <pc:sldMk cId="0" sldId="279"/>
            <ac:spMk id="9" creationId="{A48CCCB8-81C7-D615-15EB-36DF0110085B}"/>
          </ac:spMkLst>
        </pc:spChg>
        <pc:picChg chg="mod">
          <ac:chgData name="Isabel Montero Hovdahl" userId="e6c00a4d-4ab5-475c-996d-11be2680c122" providerId="ADAL" clId="{492A1D5D-B8BD-4473-8F28-59B786D7141F}" dt="2026-07-24T11:18:22.497" v="1379" actId="1076"/>
          <ac:picMkLst>
            <pc:docMk/>
            <pc:sldMk cId="0" sldId="279"/>
            <ac:picMk id="11" creationId="{7EE7113E-B8EC-996E-3AA3-76D11599A6E3}"/>
          </ac:picMkLst>
        </pc:picChg>
      </pc:sldChg>
      <pc:sldChg chg="addSp delSp modSp add del mod setBg">
        <pc:chgData name="Isabel Montero Hovdahl" userId="e6c00a4d-4ab5-475c-996d-11be2680c122" providerId="ADAL" clId="{492A1D5D-B8BD-4473-8F28-59B786D7141F}" dt="2026-07-24T11:14:49.203" v="1357" actId="207"/>
        <pc:sldMkLst>
          <pc:docMk/>
          <pc:sldMk cId="0" sldId="280"/>
        </pc:sldMkLst>
        <pc:spChg chg="mod">
          <ac:chgData name="Isabel Montero Hovdahl" userId="e6c00a4d-4ab5-475c-996d-11be2680c122" providerId="ADAL" clId="{492A1D5D-B8BD-4473-8F28-59B786D7141F}" dt="2026-07-24T11:14:49.203" v="1357" actId="207"/>
          <ac:spMkLst>
            <pc:docMk/>
            <pc:sldMk cId="0" sldId="280"/>
            <ac:spMk id="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3:34.941" v="1317" actId="20577"/>
          <ac:spMkLst>
            <pc:docMk/>
            <pc:sldMk cId="0" sldId="280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3:59.324" v="1355" actId="20577"/>
          <ac:spMkLst>
            <pc:docMk/>
            <pc:sldMk cId="0" sldId="280"/>
            <ac:spMk id="6" creationId="{00000000-0000-0000-0000-000000000000}"/>
          </ac:spMkLst>
        </pc:spChg>
        <pc:picChg chg="del">
          <ac:chgData name="Isabel Montero Hovdahl" userId="e6c00a4d-4ab5-475c-996d-11be2680c122" providerId="ADAL" clId="{492A1D5D-B8BD-4473-8F28-59B786D7141F}" dt="2026-07-24T11:13:17.453" v="1312" actId="478"/>
          <ac:picMkLst>
            <pc:docMk/>
            <pc:sldMk cId="0" sldId="280"/>
            <ac:picMk id="3" creationId="{00000000-0000-0000-0000-000000000000}"/>
          </ac:picMkLst>
        </pc:picChg>
        <pc:picChg chg="add mod">
          <ac:chgData name="Isabel Montero Hovdahl" userId="e6c00a4d-4ab5-475c-996d-11be2680c122" providerId="ADAL" clId="{492A1D5D-B8BD-4473-8F28-59B786D7141F}" dt="2026-07-24T11:13:24.620" v="1315" actId="1076"/>
          <ac:picMkLst>
            <pc:docMk/>
            <pc:sldMk cId="0" sldId="280"/>
            <ac:picMk id="8" creationId="{0F4EDD33-32CE-4188-13C6-E9D87D6E0D5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599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051560"/>
            <a:ext cx="914400" cy="91440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731520" y="23774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TECH2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1520" y="32461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 2 Workshop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ADCF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with Git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icons/code_branch.png">
            <a:extLst>
              <a:ext uri="{FF2B5EF4-FFF2-40B4-BE49-F238E27FC236}">
                <a16:creationId xmlns:a16="http://schemas.microsoft.com/office/drawing/2014/main" id="{0F4EDD33-32CE-4188-13C6-E9D87D6E0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662" y="1224543"/>
            <a:ext cx="568433" cy="5684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2081" y="5760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Familiar Problem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working on a script. It's working. You keep going.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make a “quick change” — and now it's broken.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quite remember what you changed, or what the working version looked like.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 This happens to every programmer — including professionals, every day.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exists to solve exactly this problem!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icons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Git?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saves numbered snapshots of your folder, over time.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snapshot is called a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when to take one — nothing is saved automatically.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snapshot is kept, you can always go back to an earlier one.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1920240"/>
            <a:ext cx="105430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industry standard for tracking code — used by virtually every professional software and data team.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you'll only use the basics: saving snapshots on your own computer.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small habit you build today — commit, commit, commit — is the same habit used by professional developers every single day.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also connects to remote services like GitHub, where a repository can be stored online and shared with others.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in this course, you'll use GitHub directly — including forking a repository for the second half of the course.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Plan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git actually does, and why it's worth learning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git repository for this week's folder, right inside VS Code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first snapshots (commits) as you solve exercises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something on purpose — and recover it using your commit history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 today</a:t>
            </a: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commit after every exercise becomes second nature — something you do without thinking, from week 3 onward.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icons/folder_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This Week's Folder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1920240"/>
            <a:ext cx="1054303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VS Code, open your week02 folder (File → Open Folder), if it isn't open already</a:t>
            </a:r>
            <a:endParaRPr lang="en-US" sz="16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Open the Source Control panel (icon in the left sidebar, or Ctrl+Shift+G / Cmd+Shift+G)</a:t>
            </a:r>
            <a:endParaRPr lang="en-US" sz="16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 Initialize Repository</a:t>
            </a:r>
            <a:endParaRPr lang="en-US" sz="1600" dirty="0"/>
          </a:p>
          <a:p>
            <a:pPr>
              <a:spcAft>
                <a:spcPts val="1400"/>
              </a:spcAft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Git is now watching this folder. It does this by creating a hidden .git folder inside week02 – you won’t see it by default, since it’s hidden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E2761"/>
                </a:solidFill>
              </a:rPr>
              <a:t>How to see hidden folders:</a:t>
            </a: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0D4C44CE-C2C5-9EA8-ABA0-06FE7AC2D670}"/>
              </a:ext>
            </a:extLst>
          </p:cNvPr>
          <p:cNvSpPr/>
          <p:nvPr/>
        </p:nvSpPr>
        <p:spPr>
          <a:xfrm>
            <a:off x="822960" y="4256600"/>
            <a:ext cx="5088636" cy="130215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A67416E9-A35E-C3D9-FB94-A369063EE0DB}"/>
              </a:ext>
            </a:extLst>
          </p:cNvPr>
          <p:cNvSpPr/>
          <p:nvPr/>
        </p:nvSpPr>
        <p:spPr>
          <a:xfrm>
            <a:off x="1051560" y="4415750"/>
            <a:ext cx="4631436" cy="930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Explorer→ View tab → check “Hidden items”</a:t>
            </a:r>
            <a:endParaRPr lang="en-US" sz="20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D07D825-F9D9-A3FF-84D4-52F7B9478A18}"/>
              </a:ext>
            </a:extLst>
          </p:cNvPr>
          <p:cNvSpPr/>
          <p:nvPr/>
        </p:nvSpPr>
        <p:spPr>
          <a:xfrm>
            <a:off x="6277356" y="4256600"/>
            <a:ext cx="5088636" cy="130215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016F3C76-8C06-DA43-11EA-E38324835F57}"/>
              </a:ext>
            </a:extLst>
          </p:cNvPr>
          <p:cNvSpPr/>
          <p:nvPr/>
        </p:nvSpPr>
        <p:spPr>
          <a:xfrm>
            <a:off x="6505956" y="4415750"/>
            <a:ext cx="4631436" cy="930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→ </a:t>
            </a: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Cmd+Shift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+. (period)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icons/eye_s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Setup Step: .gitignore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week02, create a new file named exactly .gitignore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git to permanently ignore certain files — never track them, never show them as changes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following items to your .</a:t>
            </a:r>
            <a:r>
              <a:rPr lang="en-US" sz="16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(or copy-paste from </a:t>
            </a:r>
            <a:r>
              <a:rPr lang="en-US" sz="16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63240"/>
          <a:ext cx="10543032" cy="25146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5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ignore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*.pptx  /  *.pdf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and handouts — reference material, not your work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.vscode/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Code's own project settings, specific to your computer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__pycache__/  /  *.pyc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Python's compiled bytecode — regenerated automatically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.ipynb_checkpoints/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Jupyter's autosave backups — clutter, not real changes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.DS_Store  /  Thumbs.db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files your OS creates to remember folder view settings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22960" y="60807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Text 7"/>
          <p:cNvSpPr/>
          <p:nvPr/>
        </p:nvSpPr>
        <p:spPr>
          <a:xfrm>
            <a:off x="1051560" y="60807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Like git init, this is a one-time setup step — do it once for each git repo.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States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2788920" cy="1051560"/>
          </a:xfrm>
          <a:prstGeom prst="roundRect">
            <a:avLst>
              <a:gd name="adj" fmla="val 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Text 6"/>
          <p:cNvSpPr/>
          <p:nvPr/>
        </p:nvSpPr>
        <p:spPr>
          <a:xfrm>
            <a:off x="82296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6700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you've edited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2103120"/>
            <a:ext cx="2788920" cy="1051560"/>
          </a:xfrm>
          <a:prstGeom prst="roundRect">
            <a:avLst>
              <a:gd name="adj" fmla="val 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9"/>
          <p:cNvSpPr/>
          <p:nvPr/>
        </p:nvSpPr>
        <p:spPr>
          <a:xfrm>
            <a:off x="466344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Changes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63440" y="26700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“ready to save”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03920" y="2103120"/>
            <a:ext cx="2788920" cy="1051560"/>
          </a:xfrm>
          <a:prstGeom prst="roundRect">
            <a:avLst>
              <a:gd name="adj" fmla="val 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Text 12"/>
          <p:cNvSpPr/>
          <p:nvPr/>
        </p:nvSpPr>
        <p:spPr>
          <a:xfrm>
            <a:off x="850392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0" y="26700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snapshot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639312" y="2519172"/>
            <a:ext cx="1005840" cy="219456"/>
          </a:xfrm>
          <a:prstGeom prst="rightArrow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Shape 15"/>
          <p:cNvSpPr/>
          <p:nvPr/>
        </p:nvSpPr>
        <p:spPr>
          <a:xfrm>
            <a:off x="7479792" y="2519172"/>
            <a:ext cx="1005840" cy="219456"/>
          </a:xfrm>
          <a:prstGeom prst="rightArrow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Text 16"/>
          <p:cNvSpPr/>
          <p:nvPr/>
        </p:nvSpPr>
        <p:spPr>
          <a:xfrm>
            <a:off x="3639312" y="15361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(stage)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79792" y="15361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(commit)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3703320"/>
            <a:ext cx="10543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— files you've edited since the last commit, listed under “Changes” in Source Control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Changes — files marked as ready to save, by clicking the + next to a file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— the actual snapshot: write a message, click ✓ Commit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8" name="Image 0" descr="icon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1 — Divide Two Integers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/>
          <p:cNvSpPr/>
          <p:nvPr/>
        </p:nvSpPr>
        <p:spPr>
          <a:xfrm>
            <a:off x="8229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1801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week02, create a new file: ex1.py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239572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82296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2368296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prompts for two integers (input), divides the first by the second, and displays the result with one decimal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22960" y="296265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4"/>
          <p:cNvSpPr/>
          <p:nvPr/>
        </p:nvSpPr>
        <p:spPr>
          <a:xfrm>
            <a:off x="82296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71600" y="293522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(▶ Play button) and check the output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822960" y="352958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Text 17"/>
          <p:cNvSpPr/>
          <p:nvPr/>
        </p:nvSpPr>
        <p:spPr>
          <a:xfrm>
            <a:off x="82296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71600" y="350215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Control — see ex1.py listed under Changes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822960" y="40965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3" name="Text 20"/>
          <p:cNvSpPr/>
          <p:nvPr/>
        </p:nvSpPr>
        <p:spPr>
          <a:xfrm>
            <a:off x="82296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71600" y="406908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+ next to ex1.py to stage it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822960" y="46634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6" name="Text 23"/>
          <p:cNvSpPr/>
          <p:nvPr/>
        </p:nvSpPr>
        <p:spPr>
          <a:xfrm>
            <a:off x="8229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371600" y="4636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commit message (e.g. “ex1: attempt”), then click ✓ Commit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9" name="Text 26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Before doing anything else in a project, glance at the Source Control panel — it always tells you exactly what's changed.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8" name="Image 0" descr="icon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2 — Divide Two Floats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207568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ex2.py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27249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82296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269748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 as Exercise 1, but with float values, displayed with two decimals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4"/>
          <p:cNvSpPr/>
          <p:nvPr/>
        </p:nvSpPr>
        <p:spPr>
          <a:xfrm>
            <a:off x="8229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71600" y="3319272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confirm the output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Text 17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71600" y="3941064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it and commit it — same steps as before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icons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Back: Your Timeline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has a Timeline — right-click a file → Open Timeline (or the Timeline view in the Explorer sidebar)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lists every commit that touched this file, most recent first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entry to see exactly what changed — a diff, red for removed, green for added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restore a file to how it looked at that point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git useful: not just saving snapshots, but being able to actually look at and return to them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8" name="Image 0" descr="icon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3 — Random Number Generator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207568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ex3.py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27249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82296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269748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prompts for a lower and upper bound, uses randint from the random module to draw a random integer between them, and displays it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4"/>
          <p:cNvSpPr/>
          <p:nvPr/>
        </p:nvSpPr>
        <p:spPr>
          <a:xfrm>
            <a:off x="8229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71600" y="3319272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confirm it works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Text 17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71600" y="3941064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commit it — message: “ex3: working version”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Text 20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Get this version safely committed — we're about to do something risky.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8" name="Image 0" descr="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Let's Break It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/>
          <p:cNvSpPr/>
          <p:nvPr/>
        </p:nvSpPr>
        <p:spPr>
          <a:xfrm>
            <a:off x="8229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2131243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ex3.py, delete the code that converts upper to an integer (the int(...) around the input)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30175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8229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2862763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 again — it crashes: randint received text, not a number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4"/>
          <p:cNvSpPr/>
          <p:nvPr/>
        </p:nvSpPr>
        <p:spPr>
          <a:xfrm>
            <a:off x="8229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71600" y="3594283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fix it from memory. Don't guess. Don't undo blindly. This is exactly the situation git was built for!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8" name="Image 0" descr="icons/un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Recovering the Working Version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822960" y="19202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/>
          <p:cNvSpPr/>
          <p:nvPr/>
        </p:nvSpPr>
        <p:spPr>
          <a:xfrm>
            <a:off x="8229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1892808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ex3.py's Timeline (right-click on file in Explorer -&gt; Open timeline)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252374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8229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2496312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commit “ex3: working version” — click it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22960" y="312724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4"/>
          <p:cNvSpPr/>
          <p:nvPr/>
        </p:nvSpPr>
        <p:spPr>
          <a:xfrm>
            <a:off x="8229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71600" y="3099816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diff — confirm this is the version before the bug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822960" y="373075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Text 17"/>
          <p:cNvSpPr/>
          <p:nvPr/>
        </p:nvSpPr>
        <p:spPr>
          <a:xfrm>
            <a:off x="82296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71600" y="3703320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file 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822960" y="433425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3" name="Text 20"/>
          <p:cNvSpPr/>
          <p:nvPr/>
        </p:nvSpPr>
        <p:spPr>
          <a:xfrm>
            <a:off x="82296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71600" y="4306824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ex3.py again — it works</a:t>
            </a:r>
            <a:endParaRPr lang="en-US" sz="155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D167634E-E36A-AC1F-A69D-F3B600E38671}"/>
              </a:ext>
            </a:extLst>
          </p:cNvPr>
          <p:cNvSpPr/>
          <p:nvPr/>
        </p:nvSpPr>
        <p:spPr>
          <a:xfrm>
            <a:off x="822960" y="4937760"/>
            <a:ext cx="10543032" cy="1024128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B75C4976-BA69-8B61-B93F-C40C75EA0FA0}"/>
              </a:ext>
            </a:extLst>
          </p:cNvPr>
          <p:cNvSpPr/>
          <p:nvPr/>
        </p:nvSpPr>
        <p:spPr>
          <a:xfrm>
            <a:off x="1051560" y="5129784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i="1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Tip</a:t>
            </a:r>
            <a:r>
              <a:rPr lang="en-US" sz="1350" i="1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: To avoid manually fixing files, you can use git in the terminal. Copy the commit hash (right-click the commit </a:t>
            </a:r>
            <a:r>
              <a:rPr lang="en-US" sz="1400" i="1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350" i="1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 Copy commit hash) and run the following command in the terminal:</a:t>
            </a:r>
          </a:p>
          <a:p>
            <a:pPr algn="ctr"/>
            <a:r>
              <a:rPr lang="en-US" sz="135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nb-NO" sz="1400" dirty="0" err="1"/>
              <a:t>git</a:t>
            </a:r>
            <a:r>
              <a:rPr lang="nb-NO" sz="1400" dirty="0"/>
              <a:t> </a:t>
            </a:r>
            <a:r>
              <a:rPr lang="nb-NO" sz="1400" dirty="0" err="1"/>
              <a:t>restore</a:t>
            </a:r>
            <a:r>
              <a:rPr lang="nb-NO" sz="1400" dirty="0"/>
              <a:t> --</a:t>
            </a:r>
            <a:r>
              <a:rPr lang="nb-NO" sz="1400" dirty="0" err="1"/>
              <a:t>source</a:t>
            </a:r>
            <a:r>
              <a:rPr lang="nb-NO" sz="1400" dirty="0"/>
              <a:t>=&lt;</a:t>
            </a:r>
            <a:r>
              <a:rPr lang="nb-NO" sz="1400" dirty="0" err="1"/>
              <a:t>commit-hash</a:t>
            </a:r>
            <a:r>
              <a:rPr lang="nb-NO" sz="1400" dirty="0"/>
              <a:t>&gt; -- </a:t>
            </a:r>
            <a:r>
              <a:rPr lang="nb-NO" sz="1400" dirty="0" err="1"/>
              <a:t>filename</a:t>
            </a:r>
            <a:r>
              <a:rPr lang="nb-NO" sz="1400" dirty="0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Stage (+) → Commit (✓)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after every exercise — whether it's finished or not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 I happy with it yet?” is the wrong question. “Did I just finish something?” is the right one.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every workshop, every week, for the rest of the course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8" name="Image 0" descr="icon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4 — Fahrenheit to Celsius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207568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ex4.py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27249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82296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269748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prompts for a Fahrenheit temperature, converts it using Celc = (5/9)×(Fahr−32), and displays the result rounded to the nearest integer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4"/>
          <p:cNvSpPr/>
          <p:nvPr/>
        </p:nvSpPr>
        <p:spPr>
          <a:xfrm>
            <a:off x="8229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71600" y="3319272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confirm the output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Text 17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71600" y="3941064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commit it 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Text 20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Instead of downloading a solution proposal, type it up yourself from scratch. Tedious, yes — but it's how the code actually sticks.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Thing, Typed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543032" cy="179832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 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command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 Repository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init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under Changes → click +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add &lt;file&gt;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Commit (with a message)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commit -m "message"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view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log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22960" y="4937760"/>
            <a:ext cx="10543032" cy="1024128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6"/>
          <p:cNvSpPr/>
          <p:nvPr/>
        </p:nvSpPr>
        <p:spPr>
          <a:xfrm>
            <a:off x="1051560" y="5129784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i="1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Tip</a:t>
            </a:r>
            <a:r>
              <a:rPr lang="en-US" sz="1350" i="1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nb-NO" sz="1400" i="1" dirty="0">
                <a:solidFill>
                  <a:srgbClr val="1E2761"/>
                </a:solidFill>
              </a:rPr>
              <a:t>If </a:t>
            </a:r>
            <a:r>
              <a:rPr lang="nb-NO" sz="1400" i="1" dirty="0" err="1">
                <a:solidFill>
                  <a:srgbClr val="1E2761"/>
                </a:solidFill>
              </a:rPr>
              <a:t>you</a:t>
            </a:r>
            <a:r>
              <a:rPr lang="nb-NO" sz="1400" i="1" dirty="0">
                <a:solidFill>
                  <a:srgbClr val="1E2761"/>
                </a:solidFill>
              </a:rPr>
              <a:t> ever </a:t>
            </a:r>
            <a:r>
              <a:rPr lang="nb-NO" sz="1400" i="1" dirty="0" err="1">
                <a:solidFill>
                  <a:srgbClr val="1E2761"/>
                </a:solidFill>
              </a:rPr>
              <a:t>want</a:t>
            </a:r>
            <a:r>
              <a:rPr lang="nb-NO" sz="1400" i="1" dirty="0">
                <a:solidFill>
                  <a:srgbClr val="1E2761"/>
                </a:solidFill>
              </a:rPr>
              <a:t> to start a </a:t>
            </a:r>
            <a:r>
              <a:rPr lang="nb-NO" sz="1400" i="1" dirty="0" err="1">
                <a:solidFill>
                  <a:srgbClr val="1E2761"/>
                </a:solidFill>
              </a:rPr>
              <a:t>repo</a:t>
            </a:r>
            <a:r>
              <a:rPr lang="nb-NO" sz="1400" i="1" dirty="0">
                <a:solidFill>
                  <a:srgbClr val="1E2761"/>
                </a:solidFill>
              </a:rPr>
              <a:t> over from </a:t>
            </a:r>
            <a:r>
              <a:rPr lang="nb-NO" sz="1400" i="1" dirty="0" err="1">
                <a:solidFill>
                  <a:srgbClr val="1E2761"/>
                </a:solidFill>
              </a:rPr>
              <a:t>scratch</a:t>
            </a:r>
            <a:r>
              <a:rPr lang="nb-NO" sz="1400" i="1" dirty="0">
                <a:solidFill>
                  <a:srgbClr val="1E2761"/>
                </a:solidFill>
              </a:rPr>
              <a:t>, </a:t>
            </a:r>
            <a:r>
              <a:rPr lang="nb-NO" sz="1400" i="1" dirty="0" err="1">
                <a:solidFill>
                  <a:srgbClr val="1E2761"/>
                </a:solidFill>
              </a:rPr>
              <a:t>delete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the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hidden</a:t>
            </a:r>
            <a:r>
              <a:rPr lang="nb-NO" sz="1400" i="1" dirty="0">
                <a:solidFill>
                  <a:srgbClr val="1E2761"/>
                </a:solidFill>
              </a:rPr>
              <a:t> .</a:t>
            </a:r>
            <a:r>
              <a:rPr lang="nb-NO" sz="1400" i="1" dirty="0" err="1">
                <a:solidFill>
                  <a:srgbClr val="1E2761"/>
                </a:solidFill>
              </a:rPr>
              <a:t>git</a:t>
            </a:r>
            <a:r>
              <a:rPr lang="nb-NO" sz="1400" i="1" dirty="0">
                <a:solidFill>
                  <a:srgbClr val="1E2761"/>
                </a:solidFill>
              </a:rPr>
              <a:t> folder </a:t>
            </a:r>
            <a:r>
              <a:rPr lang="nb-NO" sz="1400" i="1" dirty="0" err="1">
                <a:solidFill>
                  <a:srgbClr val="1E2761"/>
                </a:solidFill>
              </a:rPr>
              <a:t>inside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your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week's</a:t>
            </a:r>
            <a:r>
              <a:rPr lang="nb-NO" sz="1400" i="1" dirty="0">
                <a:solidFill>
                  <a:srgbClr val="1E2761"/>
                </a:solidFill>
              </a:rPr>
              <a:t> folder — </a:t>
            </a:r>
            <a:r>
              <a:rPr lang="nb-NO" sz="1400" i="1" dirty="0" err="1">
                <a:solidFill>
                  <a:srgbClr val="1E2761"/>
                </a:solidFill>
              </a:rPr>
              <a:t>this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removes</a:t>
            </a:r>
            <a:r>
              <a:rPr lang="nb-NO" sz="1400" i="1" dirty="0">
                <a:solidFill>
                  <a:srgbClr val="1E2761"/>
                </a:solidFill>
              </a:rPr>
              <a:t> all </a:t>
            </a:r>
            <a:r>
              <a:rPr lang="nb-NO" sz="1400" i="1" dirty="0" err="1">
                <a:solidFill>
                  <a:srgbClr val="1E2761"/>
                </a:solidFill>
              </a:rPr>
              <a:t>commit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history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but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leaves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your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actual</a:t>
            </a:r>
            <a:r>
              <a:rPr lang="nb-NO" sz="1400" i="1" dirty="0">
                <a:solidFill>
                  <a:srgbClr val="1E2761"/>
                </a:solidFill>
              </a:rPr>
              <a:t> files </a:t>
            </a:r>
            <a:r>
              <a:rPr lang="nb-NO" sz="1400" i="1" dirty="0" err="1">
                <a:solidFill>
                  <a:srgbClr val="1E2761"/>
                </a:solidFill>
              </a:rPr>
              <a:t>untouched</a:t>
            </a:r>
            <a:r>
              <a:rPr lang="nb-NO" sz="1400" i="1" dirty="0">
                <a:solidFill>
                  <a:srgbClr val="1E2761"/>
                </a:solidFill>
              </a:rPr>
              <a:t>. To start </a:t>
            </a:r>
            <a:r>
              <a:rPr lang="nb-NO" sz="1400" i="1" dirty="0" err="1">
                <a:solidFill>
                  <a:srgbClr val="1E2761"/>
                </a:solidFill>
              </a:rPr>
              <a:t>tracking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again</a:t>
            </a:r>
            <a:r>
              <a:rPr lang="nb-NO" sz="1400" i="1" dirty="0">
                <a:solidFill>
                  <a:srgbClr val="1E2761"/>
                </a:solidFill>
              </a:rPr>
              <a:t>, just </a:t>
            </a:r>
            <a:r>
              <a:rPr lang="nb-NO" sz="1400" i="1" dirty="0" err="1">
                <a:solidFill>
                  <a:srgbClr val="1E2761"/>
                </a:solidFill>
              </a:rPr>
              <a:t>click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Initialize</a:t>
            </a:r>
            <a:r>
              <a:rPr lang="nb-NO" sz="1400" i="1" dirty="0">
                <a:solidFill>
                  <a:srgbClr val="1E2761"/>
                </a:solidFill>
              </a:rPr>
              <a:t> </a:t>
            </a:r>
            <a:r>
              <a:rPr lang="nb-NO" sz="1400" i="1" dirty="0" err="1">
                <a:solidFill>
                  <a:srgbClr val="1E2761"/>
                </a:solidFill>
              </a:rPr>
              <a:t>Repository</a:t>
            </a:r>
            <a:r>
              <a:rPr lang="nb-NO" sz="1400" i="1" dirty="0">
                <a:solidFill>
                  <a:srgbClr val="1E2761"/>
                </a:solidFill>
              </a:rPr>
              <a:t> as </a:t>
            </a:r>
            <a:r>
              <a:rPr lang="nb-NO" sz="1400" i="1" dirty="0" err="1">
                <a:solidFill>
                  <a:srgbClr val="1E2761"/>
                </a:solidFill>
              </a:rPr>
              <a:t>before</a:t>
            </a:r>
            <a:endParaRPr lang="nb-NO" sz="1400" i="1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FAECCDC-948D-DAD2-8470-331143AEB5E4}"/>
              </a:ext>
            </a:extLst>
          </p:cNvPr>
          <p:cNvSpPr/>
          <p:nvPr/>
        </p:nvSpPr>
        <p:spPr>
          <a:xfrm>
            <a:off x="5637276" y="1051560"/>
            <a:ext cx="914400" cy="91440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731520" y="19214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You've Built Today</a:t>
            </a:r>
            <a:endParaRPr lang="en-US" sz="3200" dirty="0">
              <a:solidFill>
                <a:srgbClr val="1E276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2194560" y="2744360"/>
            <a:ext cx="7799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week02 — a git repository, initialized and </a:t>
            </a:r>
            <a:r>
              <a:rPr lang="en-US" sz="16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ex1.py, ex2.py, ex3.py, ex4.py — four scripts, each committed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recovered version of ex3.py, restored from history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habit to keep: commit after every exercise, starting next week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63040" y="5029200"/>
            <a:ext cx="9262872" cy="1005840"/>
          </a:xfrm>
          <a:prstGeom prst="roundRect">
            <a:avLst>
              <a:gd name="adj" fmla="val 9091"/>
            </a:avLst>
          </a:prstGeom>
          <a:solidFill>
            <a:srgbClr val="F1F4F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4"/>
          <p:cNvSpPr/>
          <p:nvPr/>
        </p:nvSpPr>
        <p:spPr>
          <a:xfrm>
            <a:off x="1645920" y="5029200"/>
            <a:ext cx="8897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back to Python — </a:t>
            </a:r>
            <a:endParaRPr lang="en-US" sz="1500" b="1" dirty="0"/>
          </a:p>
          <a:p>
            <a:pPr algn="ctr"/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from now on, always with git running quietly in the background</a:t>
            </a: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pic>
        <p:nvPicPr>
          <p:cNvPr id="11" name="Image 0" descr="icons/check_circle.png">
            <a:extLst>
              <a:ext uri="{FF2B5EF4-FFF2-40B4-BE49-F238E27FC236}">
                <a16:creationId xmlns:a16="http://schemas.microsoft.com/office/drawing/2014/main" id="{7EE7113E-B8EC-996E-3AA3-76D11599A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19046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/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/>
        </p:txBody>
      </p:sp>
      <p:pic>
        <p:nvPicPr>
          <p:cNvPr id="15" name="Image" descr="icons/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Git Who You Are</a:t>
            </a:r>
            <a:endParaRPr lang="en-US" sz="3200" dirty="0"/>
          </a:p>
        </p:txBody>
      </p:sp>
      <p:sp>
        <p:nvSpPr>
          <p:cNvPr id="17" name="Badge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/>
        </p:txBody>
      </p:sp>
      <p:sp>
        <p:nvSpPr>
          <p:cNvPr id="18" name="BadgeNum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tepText"/>
          <p:cNvSpPr/>
          <p:nvPr/>
        </p:nvSpPr>
        <p:spPr>
          <a:xfrm>
            <a:off x="1371600" y="2075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records who made each commit — so it needs your name and email before you can commit anything</a:t>
            </a:r>
            <a:endParaRPr lang="en-US" sz="1550" dirty="0"/>
          </a:p>
        </p:txBody>
      </p:sp>
      <p:sp>
        <p:nvSpPr>
          <p:cNvPr id="20" name="Badge"/>
          <p:cNvSpPr/>
          <p:nvPr/>
        </p:nvSpPr>
        <p:spPr>
          <a:xfrm>
            <a:off x="822960" y="27249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/>
        </p:txBody>
      </p:sp>
      <p:sp>
        <p:nvSpPr>
          <p:cNvPr id="21" name="BadgeNum"/>
          <p:cNvSpPr/>
          <p:nvPr/>
        </p:nvSpPr>
        <p:spPr>
          <a:xfrm>
            <a:off x="82296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tepText"/>
          <p:cNvSpPr/>
          <p:nvPr/>
        </p:nvSpPr>
        <p:spPr>
          <a:xfrm>
            <a:off x="1371600" y="269748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Git Bash (Windows) or Terminal (Mac), run:   git config --global user.name "Your Name"</a:t>
            </a:r>
            <a:endParaRPr lang="en-US" sz="1550" dirty="0"/>
          </a:p>
        </p:txBody>
      </p:sp>
      <p:sp>
        <p:nvSpPr>
          <p:cNvPr id="23" name="Badge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/>
        </p:txBody>
      </p:sp>
      <p:sp>
        <p:nvSpPr>
          <p:cNvPr id="24" name="BadgeNum"/>
          <p:cNvSpPr/>
          <p:nvPr/>
        </p:nvSpPr>
        <p:spPr>
          <a:xfrm>
            <a:off x="8229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tepText"/>
          <p:cNvSpPr/>
          <p:nvPr/>
        </p:nvSpPr>
        <p:spPr>
          <a:xfrm>
            <a:off x="1371600" y="33192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run:   git config --global user.email "your.email@example.com"</a:t>
            </a:r>
            <a:endParaRPr lang="en-US" sz="1550" dirty="0"/>
          </a:p>
        </p:txBody>
      </p:sp>
      <p:sp>
        <p:nvSpPr>
          <p:cNvPr id="26" name="Badge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/>
        </p:txBody>
      </p:sp>
      <p:sp>
        <p:nvSpPr>
          <p:cNvPr id="27" name="BadgeNum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tepText"/>
          <p:cNvSpPr/>
          <p:nvPr/>
        </p:nvSpPr>
        <p:spPr>
          <a:xfrm>
            <a:off x="1371600" y="394106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worked:   git config --global --list</a:t>
            </a:r>
            <a:endParaRPr lang="en-US" sz="1550" dirty="0"/>
          </a:p>
        </p:txBody>
      </p:sp>
      <p:sp>
        <p:nvSpPr>
          <p:cNvPr id="29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email you'll use for GitHub</a:t>
            </a: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 part 2 it links your commits to your account. And --global means once per computer, not once per week.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1540</Words>
  <Application>Microsoft Office PowerPoint</Application>
  <PresentationFormat>Widescreen</PresentationFormat>
  <Paragraphs>212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Isabel Montero Hovdahl</cp:lastModifiedBy>
  <cp:revision>2</cp:revision>
  <dcterms:created xsi:type="dcterms:W3CDTF">2026-07-22T10:40:26Z</dcterms:created>
  <dcterms:modified xsi:type="dcterms:W3CDTF">2026-07-24T11:18:31Z</dcterms:modified>
</cp:coreProperties>
</file>