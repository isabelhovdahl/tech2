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80" r:id="rId5"/>
    <p:sldId id="259" r:id="rId6"/>
    <p:sldId id="261" r:id="rId7"/>
    <p:sldId id="262" r:id="rId8"/>
    <p:sldId id="264" r:id="rId9"/>
    <p:sldId id="265" r:id="rId10"/>
    <p:sldId id="266" r:id="rId11"/>
    <p:sldId id="267" r:id="rId12"/>
    <p:sldId id="271" r:id="rId13"/>
    <p:sldId id="272" r:id="rId14"/>
    <p:sldId id="274" r:id="rId15"/>
    <p:sldId id="276" r:id="rId16"/>
    <p:sldId id="278" r:id="rId17"/>
    <p:sldId id="269" r:id="rId18"/>
    <p:sldId id="270" r:id="rId19"/>
    <p:sldId id="279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B8F"/>
    <a:srgbClr val="1E2761"/>
    <a:srgbClr val="F1F4FB"/>
    <a:srgbClr val="F96167"/>
    <a:srgbClr val="CADCFC"/>
    <a:srgbClr val="9DA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241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bel Montero Hovdahl" userId="e6c00a4d-4ab5-475c-996d-11be2680c122" providerId="ADAL" clId="{492A1D5D-B8BD-4473-8F28-59B786D7141F}"/>
    <pc:docChg chg="undo custSel addSld delSld modSld sldOrd">
      <pc:chgData name="Isabel Montero Hovdahl" userId="e6c00a4d-4ab5-475c-996d-11be2680c122" providerId="ADAL" clId="{492A1D5D-B8BD-4473-8F28-59B786D7141F}" dt="2026-08-04T08:47:51.265" v="4063" actId="20577"/>
      <pc:docMkLst>
        <pc:docMk/>
      </pc:docMkLst>
      <pc:sldChg chg="delSp modSp mod">
        <pc:chgData name="Isabel Montero Hovdahl" userId="e6c00a4d-4ab5-475c-996d-11be2680c122" providerId="ADAL" clId="{492A1D5D-B8BD-4473-8F28-59B786D7141F}" dt="2026-07-24T11:02:37.608" v="4008" actId="207"/>
        <pc:sldMkLst>
          <pc:docMk/>
          <pc:sldMk cId="0" sldId="256"/>
        </pc:sldMkLst>
        <pc:spChg chg="mod">
          <ac:chgData name="Isabel Montero Hovdahl" userId="e6c00a4d-4ab5-475c-996d-11be2680c122" providerId="ADAL" clId="{492A1D5D-B8BD-4473-8F28-59B786D7141F}" dt="2026-07-24T11:02:37.608" v="4008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44:33.295" v="3925" actId="255"/>
          <ac:spMkLst>
            <pc:docMk/>
            <pc:sldMk cId="0" sldId="256"/>
            <ac:spMk id="4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46:09.610" v="3930" actId="207"/>
          <ac:spMkLst>
            <pc:docMk/>
            <pc:sldMk cId="0" sldId="256"/>
            <ac:spMk id="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44:43.253" v="3927" actId="255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Isabel Montero Hovdahl" userId="e6c00a4d-4ab5-475c-996d-11be2680c122" providerId="ADAL" clId="{492A1D5D-B8BD-4473-8F28-59B786D7141F}" dt="2026-07-24T11:02:43.469" v="4009" actId="207"/>
        <pc:sldMkLst>
          <pc:docMk/>
          <pc:sldMk cId="0" sldId="257"/>
        </pc:sldMkLst>
        <pc:spChg chg="mod">
          <ac:chgData name="Isabel Montero Hovdahl" userId="e6c00a4d-4ab5-475c-996d-11be2680c122" providerId="ADAL" clId="{492A1D5D-B8BD-4473-8F28-59B786D7141F}" dt="2026-07-24T11:02:43.469" v="4009" actId="207"/>
          <ac:spMkLst>
            <pc:docMk/>
            <pc:sldMk cId="0" sldId="257"/>
            <ac:spMk id="4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21:48.130" v="3203" actId="403"/>
          <ac:spMkLst>
            <pc:docMk/>
            <pc:sldMk cId="0" sldId="257"/>
            <ac:spMk id="7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21:53.581" v="3205" actId="403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Isabel Montero Hovdahl" userId="e6c00a4d-4ab5-475c-996d-11be2680c122" providerId="ADAL" clId="{492A1D5D-B8BD-4473-8F28-59B786D7141F}" dt="2026-07-24T11:02:49.973" v="4010" actId="207"/>
        <pc:sldMkLst>
          <pc:docMk/>
          <pc:sldMk cId="0" sldId="258"/>
        </pc:sldMkLst>
        <pc:spChg chg="mod">
          <ac:chgData name="Isabel Montero Hovdahl" userId="e6c00a4d-4ab5-475c-996d-11be2680c122" providerId="ADAL" clId="{492A1D5D-B8BD-4473-8F28-59B786D7141F}" dt="2026-07-24T11:02:49.973" v="4010" actId="207"/>
          <ac:spMkLst>
            <pc:docMk/>
            <pc:sldMk cId="0" sldId="258"/>
            <ac:spMk id="4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22:27.368" v="3215" actId="403"/>
          <ac:spMkLst>
            <pc:docMk/>
            <pc:sldMk cId="0" sldId="258"/>
            <ac:spMk id="8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22:24.744" v="3214" actId="40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22:22.047" v="3213" actId="403"/>
          <ac:spMkLst>
            <pc:docMk/>
            <pc:sldMk cId="0" sldId="258"/>
            <ac:spMk id="14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22:20.074" v="3212" actId="403"/>
          <ac:spMkLst>
            <pc:docMk/>
            <pc:sldMk cId="0" sldId="258"/>
            <ac:spMk id="17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22:17.135" v="3210" actId="403"/>
          <ac:spMkLst>
            <pc:docMk/>
            <pc:sldMk cId="0" sldId="258"/>
            <ac:spMk id="20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21:11.183" v="3199" actId="255"/>
          <ac:spMkLst>
            <pc:docMk/>
            <pc:sldMk cId="0" sldId="258"/>
            <ac:spMk id="21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21:39.420" v="3202" actId="255"/>
          <ac:spMkLst>
            <pc:docMk/>
            <pc:sldMk cId="0" sldId="258"/>
            <ac:spMk id="23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21:32.543" v="3201" actId="403"/>
          <ac:spMkLst>
            <pc:docMk/>
            <pc:sldMk cId="0" sldId="258"/>
            <ac:spMk id="24" creationId="{00000000-0000-0000-0000-000000000000}"/>
          </ac:spMkLst>
        </pc:spChg>
      </pc:sldChg>
      <pc:sldChg chg="addSp delSp modSp mod">
        <pc:chgData name="Isabel Montero Hovdahl" userId="e6c00a4d-4ab5-475c-996d-11be2680c122" providerId="ADAL" clId="{492A1D5D-B8BD-4473-8F28-59B786D7141F}" dt="2026-07-24T11:03:13.267" v="4012" actId="207"/>
        <pc:sldMkLst>
          <pc:docMk/>
          <pc:sldMk cId="0" sldId="259"/>
        </pc:sldMkLst>
        <pc:spChg chg="add mod">
          <ac:chgData name="Isabel Montero Hovdahl" userId="e6c00a4d-4ab5-475c-996d-11be2680c122" providerId="ADAL" clId="{492A1D5D-B8BD-4473-8F28-59B786D7141F}" dt="2026-07-20T08:09:56.160" v="1214" actId="1036"/>
          <ac:spMkLst>
            <pc:docMk/>
            <pc:sldMk cId="0" sldId="259"/>
            <ac:spMk id="5" creationId="{7F71017C-F840-F1B7-CEB3-B4FA513CF7BA}"/>
          </ac:spMkLst>
        </pc:spChg>
        <pc:spChg chg="mod">
          <ac:chgData name="Isabel Montero Hovdahl" userId="e6c00a4d-4ab5-475c-996d-11be2680c122" providerId="ADAL" clId="{492A1D5D-B8BD-4473-8F28-59B786D7141F}" dt="2026-07-24T11:03:13.267" v="4012" actId="207"/>
          <ac:spMkLst>
            <pc:docMk/>
            <pc:sldMk cId="0" sldId="259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27:55.892" v="3559" actId="113"/>
          <ac:spMkLst>
            <pc:docMk/>
            <pc:sldMk cId="0" sldId="259"/>
            <ac:spMk id="11" creationId="{00000000-0000-0000-0000-000000000000}"/>
          </ac:spMkLst>
        </pc:spChg>
        <pc:spChg chg="add mod">
          <ac:chgData name="Isabel Montero Hovdahl" userId="e6c00a4d-4ab5-475c-996d-11be2680c122" providerId="ADAL" clId="{492A1D5D-B8BD-4473-8F28-59B786D7141F}" dt="2026-07-24T10:28:35.464" v="3562" actId="403"/>
          <ac:spMkLst>
            <pc:docMk/>
            <pc:sldMk cId="0" sldId="259"/>
            <ac:spMk id="16" creationId="{F7566C94-71C8-AF78-9BCB-84ED7D9DE223}"/>
          </ac:spMkLst>
        </pc:spChg>
        <pc:spChg chg="add mod">
          <ac:chgData name="Isabel Montero Hovdahl" userId="e6c00a4d-4ab5-475c-996d-11be2680c122" providerId="ADAL" clId="{492A1D5D-B8BD-4473-8F28-59B786D7141F}" dt="2026-07-20T08:09:56.160" v="1214" actId="1036"/>
          <ac:spMkLst>
            <pc:docMk/>
            <pc:sldMk cId="0" sldId="259"/>
            <ac:spMk id="18" creationId="{D06B9A3F-DD66-51A5-4A10-8712A9C4EE81}"/>
          </ac:spMkLst>
        </pc:spChg>
        <pc:spChg chg="add mod">
          <ac:chgData name="Isabel Montero Hovdahl" userId="e6c00a4d-4ab5-475c-996d-11be2680c122" providerId="ADAL" clId="{492A1D5D-B8BD-4473-8F28-59B786D7141F}" dt="2026-07-24T10:28:45.913" v="3566" actId="14100"/>
          <ac:spMkLst>
            <pc:docMk/>
            <pc:sldMk cId="0" sldId="259"/>
            <ac:spMk id="20" creationId="{2932DC7F-394C-0003-5AB8-18DBDF55C95B}"/>
          </ac:spMkLst>
        </pc:spChg>
      </pc:sldChg>
      <pc:sldChg chg="modSp mod">
        <pc:chgData name="Isabel Montero Hovdahl" userId="e6c00a4d-4ab5-475c-996d-11be2680c122" providerId="ADAL" clId="{492A1D5D-B8BD-4473-8F28-59B786D7141F}" dt="2026-07-24T11:03:24.596" v="4013" actId="207"/>
        <pc:sldMkLst>
          <pc:docMk/>
          <pc:sldMk cId="0" sldId="261"/>
        </pc:sldMkLst>
        <pc:spChg chg="mod">
          <ac:chgData name="Isabel Montero Hovdahl" userId="e6c00a4d-4ab5-475c-996d-11be2680c122" providerId="ADAL" clId="{492A1D5D-B8BD-4473-8F28-59B786D7141F}" dt="2026-07-24T11:03:24.596" v="4013" actId="207"/>
          <ac:spMkLst>
            <pc:docMk/>
            <pc:sldMk cId="0" sldId="261"/>
            <ac:spMk id="6" creationId="{00000000-0000-0000-0000-000000000000}"/>
          </ac:spMkLst>
        </pc:spChg>
        <pc:graphicFrameChg chg="modGraphic">
          <ac:chgData name="Isabel Montero Hovdahl" userId="e6c00a4d-4ab5-475c-996d-11be2680c122" providerId="ADAL" clId="{492A1D5D-B8BD-4473-8F28-59B786D7141F}" dt="2026-07-24T10:29:56.718" v="3576" actId="255"/>
          <ac:graphicFrameMkLst>
            <pc:docMk/>
            <pc:sldMk cId="0" sldId="261"/>
            <ac:graphicFrameMk id="9" creationId="{00000000-0000-0000-0000-000000000000}"/>
          </ac:graphicFrameMkLst>
        </pc:graphicFrameChg>
      </pc:sldChg>
      <pc:sldChg chg="addSp delSp modSp mod">
        <pc:chgData name="Isabel Montero Hovdahl" userId="e6c00a4d-4ab5-475c-996d-11be2680c122" providerId="ADAL" clId="{492A1D5D-B8BD-4473-8F28-59B786D7141F}" dt="2026-07-24T11:03:32.919" v="4014" actId="207"/>
        <pc:sldMkLst>
          <pc:docMk/>
          <pc:sldMk cId="0" sldId="262"/>
        </pc:sldMkLst>
        <pc:spChg chg="mod">
          <ac:chgData name="Isabel Montero Hovdahl" userId="e6c00a4d-4ab5-475c-996d-11be2680c122" providerId="ADAL" clId="{492A1D5D-B8BD-4473-8F28-59B786D7141F}" dt="2026-07-24T10:49:01.454" v="3931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03:32.919" v="4014" actId="207"/>
          <ac:spMkLst>
            <pc:docMk/>
            <pc:sldMk cId="0" sldId="262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00:25.563" v="3996" actId="207"/>
          <ac:spMkLst>
            <pc:docMk/>
            <pc:sldMk cId="0" sldId="262"/>
            <ac:spMk id="9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30:23.960" v="3579" actId="403"/>
          <ac:spMkLst>
            <pc:docMk/>
            <pc:sldMk cId="0" sldId="262"/>
            <ac:spMk id="28" creationId="{00000000-0000-0000-0000-000000000000}"/>
          </ac:spMkLst>
        </pc:spChg>
      </pc:sldChg>
      <pc:sldChg chg="addSp delSp modSp mod">
        <pc:chgData name="Isabel Montero Hovdahl" userId="e6c00a4d-4ab5-475c-996d-11be2680c122" providerId="ADAL" clId="{492A1D5D-B8BD-4473-8F28-59B786D7141F}" dt="2026-07-24T11:03:40.427" v="4015" actId="207"/>
        <pc:sldMkLst>
          <pc:docMk/>
          <pc:sldMk cId="0" sldId="264"/>
        </pc:sldMkLst>
        <pc:spChg chg="mod">
          <ac:chgData name="Isabel Montero Hovdahl" userId="e6c00a4d-4ab5-475c-996d-11be2680c122" providerId="ADAL" clId="{492A1D5D-B8BD-4473-8F28-59B786D7141F}" dt="2026-07-24T10:49:12.094" v="3932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03:40.427" v="4015" actId="207"/>
          <ac:spMkLst>
            <pc:docMk/>
            <pc:sldMk cId="0" sldId="264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0T08:23:51.346" v="1312" actId="2057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31:09.485" v="3582" actId="403"/>
          <ac:spMkLst>
            <pc:docMk/>
            <pc:sldMk cId="0" sldId="264"/>
            <ac:spMk id="25" creationId="{00000000-0000-0000-0000-000000000000}"/>
          </ac:spMkLst>
        </pc:spChg>
      </pc:sldChg>
      <pc:sldChg chg="delSp modSp mod">
        <pc:chgData name="Isabel Montero Hovdahl" userId="e6c00a4d-4ab5-475c-996d-11be2680c122" providerId="ADAL" clId="{492A1D5D-B8BD-4473-8F28-59B786D7141F}" dt="2026-07-24T11:03:48.382" v="4016" actId="207"/>
        <pc:sldMkLst>
          <pc:docMk/>
          <pc:sldMk cId="0" sldId="265"/>
        </pc:sldMkLst>
        <pc:spChg chg="mod">
          <ac:chgData name="Isabel Montero Hovdahl" userId="e6c00a4d-4ab5-475c-996d-11be2680c122" providerId="ADAL" clId="{492A1D5D-B8BD-4473-8F28-59B786D7141F}" dt="2026-07-24T11:03:48.382" v="4016" actId="207"/>
          <ac:spMkLst>
            <pc:docMk/>
            <pc:sldMk cId="0" sldId="265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31:33.711" v="3583" actId="40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31:51.176" v="3592" actId="403"/>
          <ac:spMkLst>
            <pc:docMk/>
            <pc:sldMk cId="0" sldId="265"/>
            <ac:spMk id="16" creationId="{00000000-0000-0000-0000-000000000000}"/>
          </ac:spMkLst>
        </pc:spChg>
      </pc:sldChg>
      <pc:sldChg chg="addSp delSp modSp mod">
        <pc:chgData name="Isabel Montero Hovdahl" userId="e6c00a4d-4ab5-475c-996d-11be2680c122" providerId="ADAL" clId="{492A1D5D-B8BD-4473-8F28-59B786D7141F}" dt="2026-07-24T11:04:11.313" v="4017" actId="207"/>
        <pc:sldMkLst>
          <pc:docMk/>
          <pc:sldMk cId="0" sldId="266"/>
        </pc:sldMkLst>
        <pc:spChg chg="mod">
          <ac:chgData name="Isabel Montero Hovdahl" userId="e6c00a4d-4ab5-475c-996d-11be2680c122" providerId="ADAL" clId="{492A1D5D-B8BD-4473-8F28-59B786D7141F}" dt="2026-07-24T10:49:22.514" v="3933" actId="207"/>
          <ac:spMkLst>
            <pc:docMk/>
            <pc:sldMk cId="0" sldId="266"/>
            <ac:spMk id="2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04:11.313" v="4017" actId="207"/>
          <ac:spMkLst>
            <pc:docMk/>
            <pc:sldMk cId="0" sldId="266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1T07:58:01.765" v="2873" actId="1035"/>
          <ac:spMkLst>
            <pc:docMk/>
            <pc:sldMk cId="0" sldId="266"/>
            <ac:spMk id="9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1T07:59:03.504" v="2972" actId="20577"/>
          <ac:spMkLst>
            <pc:docMk/>
            <pc:sldMk cId="0" sldId="266"/>
            <ac:spMk id="10" creationId="{00000000-0000-0000-0000-000000000000}"/>
          </ac:spMkLst>
        </pc:spChg>
        <pc:spChg chg="add del mod">
          <ac:chgData name="Isabel Montero Hovdahl" userId="e6c00a4d-4ab5-475c-996d-11be2680c122" providerId="ADAL" clId="{492A1D5D-B8BD-4473-8F28-59B786D7141F}" dt="2026-07-24T10:34:25.976" v="3756" actId="14100"/>
          <ac:spMkLst>
            <pc:docMk/>
            <pc:sldMk cId="0" sldId="266"/>
            <ac:spMk id="11" creationId="{00000000-0000-0000-0000-000000000000}"/>
          </ac:spMkLst>
        </pc:spChg>
        <pc:spChg chg="add del mod">
          <ac:chgData name="Isabel Montero Hovdahl" userId="e6c00a4d-4ab5-475c-996d-11be2680c122" providerId="ADAL" clId="{492A1D5D-B8BD-4473-8F28-59B786D7141F}" dt="2026-07-24T10:35:22.013" v="3830" actId="20577"/>
          <ac:spMkLst>
            <pc:docMk/>
            <pc:sldMk cId="0" sldId="266"/>
            <ac:spMk id="12" creationId="{00000000-0000-0000-0000-000000000000}"/>
          </ac:spMkLst>
        </pc:spChg>
        <pc:spChg chg="add mod">
          <ac:chgData name="Isabel Montero Hovdahl" userId="e6c00a4d-4ab5-475c-996d-11be2680c122" providerId="ADAL" clId="{492A1D5D-B8BD-4473-8F28-59B786D7141F}" dt="2026-07-21T08:00:00.124" v="3196" actId="1076"/>
          <ac:spMkLst>
            <pc:docMk/>
            <pc:sldMk cId="0" sldId="266"/>
            <ac:spMk id="13" creationId="{E7EB69E2-4FE7-2E96-48F0-B8B321150865}"/>
          </ac:spMkLst>
        </pc:spChg>
      </pc:sldChg>
      <pc:sldChg chg="delSp modSp mod">
        <pc:chgData name="Isabel Montero Hovdahl" userId="e6c00a4d-4ab5-475c-996d-11be2680c122" providerId="ADAL" clId="{492A1D5D-B8BD-4473-8F28-59B786D7141F}" dt="2026-08-04T08:47:51.265" v="4063" actId="20577"/>
        <pc:sldMkLst>
          <pc:docMk/>
          <pc:sldMk cId="0" sldId="267"/>
        </pc:sldMkLst>
        <pc:spChg chg="mod">
          <ac:chgData name="Isabel Montero Hovdahl" userId="e6c00a4d-4ab5-475c-996d-11be2680c122" providerId="ADAL" clId="{492A1D5D-B8BD-4473-8F28-59B786D7141F}" dt="2026-07-24T11:04:16.833" v="4018" actId="207"/>
          <ac:spMkLst>
            <pc:docMk/>
            <pc:sldMk cId="0" sldId="267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37:57.221" v="3891" actId="255"/>
          <ac:spMkLst>
            <pc:docMk/>
            <pc:sldMk cId="0" sldId="267"/>
            <ac:spMk id="18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8-04T08:47:51.265" v="4063" actId="20577"/>
          <ac:spMkLst>
            <pc:docMk/>
            <pc:sldMk cId="0" sldId="267"/>
            <ac:spMk id="20" creationId="{00000000-0000-0000-0000-000000000000}"/>
          </ac:spMkLst>
        </pc:spChg>
      </pc:sldChg>
      <pc:sldChg chg="delSp modSp mod ord">
        <pc:chgData name="Isabel Montero Hovdahl" userId="e6c00a4d-4ab5-475c-996d-11be2680c122" providerId="ADAL" clId="{492A1D5D-B8BD-4473-8F28-59B786D7141F}" dt="2026-07-24T11:05:09.844" v="4024" actId="207"/>
        <pc:sldMkLst>
          <pc:docMk/>
          <pc:sldMk cId="0" sldId="269"/>
        </pc:sldMkLst>
        <pc:spChg chg="mod">
          <ac:chgData name="Isabel Montero Hovdahl" userId="e6c00a4d-4ab5-475c-996d-11be2680c122" providerId="ADAL" clId="{492A1D5D-B8BD-4473-8F28-59B786D7141F}" dt="2026-07-24T11:05:09.844" v="4024" actId="207"/>
          <ac:spMkLst>
            <pc:docMk/>
            <pc:sldMk cId="0" sldId="269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43:06.085" v="3923" actId="20577"/>
          <ac:spMkLst>
            <pc:docMk/>
            <pc:sldMk cId="0" sldId="269"/>
            <ac:spMk id="9" creationId="{00000000-0000-0000-0000-000000000000}"/>
          </ac:spMkLst>
        </pc:spChg>
      </pc:sldChg>
      <pc:sldChg chg="delSp modSp mod ord">
        <pc:chgData name="Isabel Montero Hovdahl" userId="e6c00a4d-4ab5-475c-996d-11be2680c122" providerId="ADAL" clId="{492A1D5D-B8BD-4473-8F28-59B786D7141F}" dt="2026-07-24T11:05:19.189" v="4025" actId="207"/>
        <pc:sldMkLst>
          <pc:docMk/>
          <pc:sldMk cId="0" sldId="270"/>
        </pc:sldMkLst>
        <pc:spChg chg="mod">
          <ac:chgData name="Isabel Montero Hovdahl" userId="e6c00a4d-4ab5-475c-996d-11be2680c122" providerId="ADAL" clId="{492A1D5D-B8BD-4473-8F28-59B786D7141F}" dt="2026-07-24T10:50:03.622" v="3936" actId="207"/>
          <ac:spMkLst>
            <pc:docMk/>
            <pc:sldMk cId="0" sldId="270"/>
            <ac:spMk id="2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05:19.189" v="4025" actId="207"/>
          <ac:spMkLst>
            <pc:docMk/>
            <pc:sldMk cId="0" sldId="270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0T09:32:01.609" v="2854" actId="20577"/>
          <ac:spMkLst>
            <pc:docMk/>
            <pc:sldMk cId="0" sldId="270"/>
            <ac:spMk id="8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0T09:20:28.898" v="2784" actId="20577"/>
          <ac:spMkLst>
            <pc:docMk/>
            <pc:sldMk cId="0" sldId="270"/>
            <ac:spMk id="20" creationId="{00000000-0000-0000-0000-000000000000}"/>
          </ac:spMkLst>
        </pc:spChg>
      </pc:sldChg>
      <pc:sldChg chg="delSp modSp mod ord">
        <pc:chgData name="Isabel Montero Hovdahl" userId="e6c00a4d-4ab5-475c-996d-11be2680c122" providerId="ADAL" clId="{492A1D5D-B8BD-4473-8F28-59B786D7141F}" dt="2026-07-24T11:04:21.599" v="4019" actId="207"/>
        <pc:sldMkLst>
          <pc:docMk/>
          <pc:sldMk cId="0" sldId="271"/>
        </pc:sldMkLst>
        <pc:spChg chg="mod">
          <ac:chgData name="Isabel Montero Hovdahl" userId="e6c00a4d-4ab5-475c-996d-11be2680c122" providerId="ADAL" clId="{492A1D5D-B8BD-4473-8F28-59B786D7141F}" dt="2026-07-24T11:04:21.599" v="4019" actId="207"/>
          <ac:spMkLst>
            <pc:docMk/>
            <pc:sldMk cId="0" sldId="271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36:23.319" v="3871" actId="403"/>
          <ac:spMkLst>
            <pc:docMk/>
            <pc:sldMk cId="0" sldId="271"/>
            <ac:spMk id="19" creationId="{00000000-0000-0000-0000-000000000000}"/>
          </ac:spMkLst>
        </pc:spChg>
      </pc:sldChg>
      <pc:sldChg chg="addSp delSp modSp mod ord">
        <pc:chgData name="Isabel Montero Hovdahl" userId="e6c00a4d-4ab5-475c-996d-11be2680c122" providerId="ADAL" clId="{492A1D5D-B8BD-4473-8F28-59B786D7141F}" dt="2026-07-24T11:04:30.978" v="4020" actId="207"/>
        <pc:sldMkLst>
          <pc:docMk/>
          <pc:sldMk cId="0" sldId="272"/>
        </pc:sldMkLst>
        <pc:spChg chg="mod">
          <ac:chgData name="Isabel Montero Hovdahl" userId="e6c00a4d-4ab5-475c-996d-11be2680c122" providerId="ADAL" clId="{492A1D5D-B8BD-4473-8F28-59B786D7141F}" dt="2026-07-24T11:04:30.978" v="4020" actId="207"/>
          <ac:spMkLst>
            <pc:docMk/>
            <pc:sldMk cId="0" sldId="272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37:40.479" v="3889" actId="255"/>
          <ac:spMkLst>
            <pc:docMk/>
            <pc:sldMk cId="0" sldId="272"/>
            <ac:spMk id="9" creationId="{00000000-0000-0000-0000-000000000000}"/>
          </ac:spMkLst>
        </pc:spChg>
        <pc:spChg chg="add">
          <ac:chgData name="Isabel Montero Hovdahl" userId="e6c00a4d-4ab5-475c-996d-11be2680c122" providerId="ADAL" clId="{492A1D5D-B8BD-4473-8F28-59B786D7141F}" dt="2026-07-20T09:01:06.360" v="2337" actId="22"/>
          <ac:spMkLst>
            <pc:docMk/>
            <pc:sldMk cId="0" sldId="272"/>
            <ac:spMk id="15" creationId="{9B995FDB-0820-178C-D701-F85DC717D69A}"/>
          </ac:spMkLst>
        </pc:spChg>
        <pc:spChg chg="add mod">
          <ac:chgData name="Isabel Montero Hovdahl" userId="e6c00a4d-4ab5-475c-996d-11be2680c122" providerId="ADAL" clId="{492A1D5D-B8BD-4473-8F28-59B786D7141F}" dt="2026-07-24T10:37:18.750" v="3888" actId="403"/>
          <ac:spMkLst>
            <pc:docMk/>
            <pc:sldMk cId="0" sldId="272"/>
            <ac:spMk id="17" creationId="{DBDEB367-6679-BE23-D222-65B4442E9461}"/>
          </ac:spMkLst>
        </pc:spChg>
      </pc:sldChg>
      <pc:sldChg chg="addSp delSp modSp mod ord">
        <pc:chgData name="Isabel Montero Hovdahl" userId="e6c00a4d-4ab5-475c-996d-11be2680c122" providerId="ADAL" clId="{492A1D5D-B8BD-4473-8F28-59B786D7141F}" dt="2026-07-24T11:04:36.022" v="4021" actId="207"/>
        <pc:sldMkLst>
          <pc:docMk/>
          <pc:sldMk cId="0" sldId="274"/>
        </pc:sldMkLst>
        <pc:spChg chg="mod">
          <ac:chgData name="Isabel Montero Hovdahl" userId="e6c00a4d-4ab5-475c-996d-11be2680c122" providerId="ADAL" clId="{492A1D5D-B8BD-4473-8F28-59B786D7141F}" dt="2026-07-24T10:49:46.895" v="3934" actId="207"/>
          <ac:spMkLst>
            <pc:docMk/>
            <pc:sldMk cId="0" sldId="274"/>
            <ac:spMk id="2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04:36.022" v="4021" actId="207"/>
          <ac:spMkLst>
            <pc:docMk/>
            <pc:sldMk cId="0" sldId="274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0T09:23:57.152" v="2820" actId="20577"/>
          <ac:spMkLst>
            <pc:docMk/>
            <pc:sldMk cId="0" sldId="274"/>
            <ac:spMk id="8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0T08:53:10.206" v="1850" actId="20577"/>
          <ac:spMkLst>
            <pc:docMk/>
            <pc:sldMk cId="0" sldId="274"/>
            <ac:spMk id="11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0T08:58:54.283" v="2215" actId="1076"/>
          <ac:spMkLst>
            <pc:docMk/>
            <pc:sldMk cId="0" sldId="274"/>
            <ac:spMk id="12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0T08:59:01.786" v="2216" actId="1076"/>
          <ac:spMkLst>
            <pc:docMk/>
            <pc:sldMk cId="0" sldId="274"/>
            <ac:spMk id="13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0T09:03:50.032" v="2491" actId="1076"/>
          <ac:spMkLst>
            <pc:docMk/>
            <pc:sldMk cId="0" sldId="274"/>
            <ac:spMk id="14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0T08:59:19.897" v="2220" actId="1076"/>
          <ac:spMkLst>
            <pc:docMk/>
            <pc:sldMk cId="0" sldId="274"/>
            <ac:spMk id="1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0T08:59:26.159" v="2221" actId="1076"/>
          <ac:spMkLst>
            <pc:docMk/>
            <pc:sldMk cId="0" sldId="274"/>
            <ac:spMk id="1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0T09:03:45.597" v="2490" actId="1076"/>
          <ac:spMkLst>
            <pc:docMk/>
            <pc:sldMk cId="0" sldId="274"/>
            <ac:spMk id="17" creationId="{00000000-0000-0000-0000-000000000000}"/>
          </ac:spMkLst>
        </pc:spChg>
        <pc:spChg chg="add mod">
          <ac:chgData name="Isabel Montero Hovdahl" userId="e6c00a4d-4ab5-475c-996d-11be2680c122" providerId="ADAL" clId="{492A1D5D-B8BD-4473-8F28-59B786D7141F}" dt="2026-07-20T08:58:45.389" v="2214" actId="1036"/>
          <ac:spMkLst>
            <pc:docMk/>
            <pc:sldMk cId="0" sldId="274"/>
            <ac:spMk id="26" creationId="{4179037F-8529-70A7-7FD5-86E639B701FA}"/>
          </ac:spMkLst>
        </pc:spChg>
        <pc:spChg chg="add mod">
          <ac:chgData name="Isabel Montero Hovdahl" userId="e6c00a4d-4ab5-475c-996d-11be2680c122" providerId="ADAL" clId="{492A1D5D-B8BD-4473-8F28-59B786D7141F}" dt="2026-07-20T08:58:45.389" v="2214" actId="1036"/>
          <ac:spMkLst>
            <pc:docMk/>
            <pc:sldMk cId="0" sldId="274"/>
            <ac:spMk id="28" creationId="{425462E7-0C8F-33E3-86E2-F2906B88AF82}"/>
          </ac:spMkLst>
        </pc:spChg>
        <pc:spChg chg="add mod">
          <ac:chgData name="Isabel Montero Hovdahl" userId="e6c00a4d-4ab5-475c-996d-11be2680c122" providerId="ADAL" clId="{492A1D5D-B8BD-4473-8F28-59B786D7141F}" dt="2026-07-20T09:03:18.525" v="2449" actId="1076"/>
          <ac:spMkLst>
            <pc:docMk/>
            <pc:sldMk cId="0" sldId="274"/>
            <ac:spMk id="30" creationId="{A699127A-AAA3-0539-A0CD-6AF819034985}"/>
          </ac:spMkLst>
        </pc:spChg>
        <pc:spChg chg="add mod">
          <ac:chgData name="Isabel Montero Hovdahl" userId="e6c00a4d-4ab5-475c-996d-11be2680c122" providerId="ADAL" clId="{492A1D5D-B8BD-4473-8F28-59B786D7141F}" dt="2026-07-20T09:03:18.525" v="2449" actId="1076"/>
          <ac:spMkLst>
            <pc:docMk/>
            <pc:sldMk cId="0" sldId="274"/>
            <ac:spMk id="32" creationId="{6AD16D94-7A54-77A2-550E-E3770A036B39}"/>
          </ac:spMkLst>
        </pc:spChg>
        <pc:spChg chg="add mod">
          <ac:chgData name="Isabel Montero Hovdahl" userId="e6c00a4d-4ab5-475c-996d-11be2680c122" providerId="ADAL" clId="{492A1D5D-B8BD-4473-8F28-59B786D7141F}" dt="2026-07-20T09:04:18.372" v="2495" actId="20577"/>
          <ac:spMkLst>
            <pc:docMk/>
            <pc:sldMk cId="0" sldId="274"/>
            <ac:spMk id="34" creationId="{E30E77DD-B297-B17B-3B2D-1F49FDE85AFF}"/>
          </ac:spMkLst>
        </pc:spChg>
      </pc:sldChg>
      <pc:sldChg chg="delSp modSp mod ord">
        <pc:chgData name="Isabel Montero Hovdahl" userId="e6c00a4d-4ab5-475c-996d-11be2680c122" providerId="ADAL" clId="{492A1D5D-B8BD-4473-8F28-59B786D7141F}" dt="2026-07-24T11:04:43.366" v="4022" actId="207"/>
        <pc:sldMkLst>
          <pc:docMk/>
          <pc:sldMk cId="0" sldId="276"/>
        </pc:sldMkLst>
        <pc:spChg chg="mod">
          <ac:chgData name="Isabel Montero Hovdahl" userId="e6c00a4d-4ab5-475c-996d-11be2680c122" providerId="ADAL" clId="{492A1D5D-B8BD-4473-8F28-59B786D7141F}" dt="2026-07-24T11:04:43.366" v="4022" actId="207"/>
          <ac:spMkLst>
            <pc:docMk/>
            <pc:sldMk cId="0" sldId="276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0T09:15:30.066" v="2553" actId="20577"/>
          <ac:spMkLst>
            <pc:docMk/>
            <pc:sldMk cId="0" sldId="276"/>
            <ac:spMk id="14" creationId="{00000000-0000-0000-0000-000000000000}"/>
          </ac:spMkLst>
        </pc:spChg>
      </pc:sldChg>
      <pc:sldChg chg="delSp modSp mod">
        <pc:chgData name="Isabel Montero Hovdahl" userId="e6c00a4d-4ab5-475c-996d-11be2680c122" providerId="ADAL" clId="{492A1D5D-B8BD-4473-8F28-59B786D7141F}" dt="2026-07-24T11:04:50.392" v="4023" actId="207"/>
        <pc:sldMkLst>
          <pc:docMk/>
          <pc:sldMk cId="0" sldId="278"/>
        </pc:sldMkLst>
        <pc:spChg chg="mod">
          <ac:chgData name="Isabel Montero Hovdahl" userId="e6c00a4d-4ab5-475c-996d-11be2680c122" providerId="ADAL" clId="{492A1D5D-B8BD-4473-8F28-59B786D7141F}" dt="2026-07-24T10:49:56.272" v="3935" actId="207"/>
          <ac:spMkLst>
            <pc:docMk/>
            <pc:sldMk cId="0" sldId="278"/>
            <ac:spMk id="2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04:50.392" v="4023" actId="207"/>
          <ac:spMkLst>
            <pc:docMk/>
            <pc:sldMk cId="0" sldId="278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0T09:24:03.093" v="2822" actId="20577"/>
          <ac:spMkLst>
            <pc:docMk/>
            <pc:sldMk cId="0" sldId="278"/>
            <ac:spMk id="8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0T09:17:05.794" v="2668" actId="20577"/>
          <ac:spMkLst>
            <pc:docMk/>
            <pc:sldMk cId="0" sldId="278"/>
            <ac:spMk id="11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0T09:17:16.506" v="2676" actId="20577"/>
          <ac:spMkLst>
            <pc:docMk/>
            <pc:sldMk cId="0" sldId="278"/>
            <ac:spMk id="14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0T09:17:26.054" v="2689" actId="20577"/>
          <ac:spMkLst>
            <pc:docMk/>
            <pc:sldMk cId="0" sldId="278"/>
            <ac:spMk id="20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39:22.813" v="3900" actId="403"/>
          <ac:spMkLst>
            <pc:docMk/>
            <pc:sldMk cId="0" sldId="278"/>
            <ac:spMk id="22" creationId="{00000000-0000-0000-0000-000000000000}"/>
          </ac:spMkLst>
        </pc:spChg>
      </pc:sldChg>
      <pc:sldChg chg="addSp delSp modSp mod setBg">
        <pc:chgData name="Isabel Montero Hovdahl" userId="e6c00a4d-4ab5-475c-996d-11be2680c122" providerId="ADAL" clId="{492A1D5D-B8BD-4473-8F28-59B786D7141F}" dt="2026-07-24T11:17:40.368" v="4061" actId="1076"/>
        <pc:sldMkLst>
          <pc:docMk/>
          <pc:sldMk cId="0" sldId="279"/>
        </pc:sldMkLst>
        <pc:spChg chg="mod">
          <ac:chgData name="Isabel Montero Hovdahl" userId="e6c00a4d-4ab5-475c-996d-11be2680c122" providerId="ADAL" clId="{492A1D5D-B8BD-4473-8F28-59B786D7141F}" dt="2026-07-24T11:11:18.770" v="4056" actId="1036"/>
          <ac:spMkLst>
            <pc:docMk/>
            <pc:sldMk cId="0" sldId="279"/>
            <ac:spMk id="4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11:18.770" v="4056" actId="1036"/>
          <ac:spMkLst>
            <pc:docMk/>
            <pc:sldMk cId="0" sldId="279"/>
            <ac:spMk id="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09:36.672" v="4035" actId="207"/>
          <ac:spMkLst>
            <pc:docMk/>
            <pc:sldMk cId="0" sldId="279"/>
            <ac:spMk id="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1:10:52.425" v="4047" actId="113"/>
          <ac:spMkLst>
            <pc:docMk/>
            <pc:sldMk cId="0" sldId="279"/>
            <ac:spMk id="7" creationId="{00000000-0000-0000-0000-000000000000}"/>
          </ac:spMkLst>
        </pc:spChg>
        <pc:spChg chg="add ord">
          <ac:chgData name="Isabel Montero Hovdahl" userId="e6c00a4d-4ab5-475c-996d-11be2680c122" providerId="ADAL" clId="{492A1D5D-B8BD-4473-8F28-59B786D7141F}" dt="2026-07-24T11:17:31.767" v="4060" actId="167"/>
          <ac:spMkLst>
            <pc:docMk/>
            <pc:sldMk cId="0" sldId="279"/>
            <ac:spMk id="13" creationId="{79C9C770-A880-9753-14EE-6816820468F9}"/>
          </ac:spMkLst>
        </pc:spChg>
        <pc:picChg chg="add mod">
          <ac:chgData name="Isabel Montero Hovdahl" userId="e6c00a4d-4ab5-475c-996d-11be2680c122" providerId="ADAL" clId="{492A1D5D-B8BD-4473-8F28-59B786D7141F}" dt="2026-07-24T11:17:40.368" v="4061" actId="1076"/>
          <ac:picMkLst>
            <pc:docMk/>
            <pc:sldMk cId="0" sldId="279"/>
            <ac:picMk id="11" creationId="{7EE7113E-B8EC-996E-3AA3-76D11599A6E3}"/>
          </ac:picMkLst>
        </pc:picChg>
      </pc:sldChg>
      <pc:sldChg chg="delSp modSp mod">
        <pc:chgData name="Isabel Montero Hovdahl" userId="e6c00a4d-4ab5-475c-996d-11be2680c122" providerId="ADAL" clId="{492A1D5D-B8BD-4473-8F28-59B786D7141F}" dt="2026-07-24T11:03:00.003" v="4011" actId="207"/>
        <pc:sldMkLst>
          <pc:docMk/>
          <pc:sldMk cId="0" sldId="280"/>
        </pc:sldMkLst>
        <pc:spChg chg="mod">
          <ac:chgData name="Isabel Montero Hovdahl" userId="e6c00a4d-4ab5-475c-996d-11be2680c122" providerId="ADAL" clId="{492A1D5D-B8BD-4473-8F28-59B786D7141F}" dt="2026-07-24T11:03:00.003" v="4011" actId="207"/>
          <ac:spMkLst>
            <pc:docMk/>
            <pc:sldMk cId="0" sldId="280"/>
            <ac:spMk id="4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22:59.289" v="3218" actId="403"/>
          <ac:spMkLst>
            <pc:docMk/>
            <pc:sldMk cId="0" sldId="280"/>
            <ac:spMk id="7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29:02.685" v="3574" actId="1036"/>
          <ac:spMkLst>
            <pc:docMk/>
            <pc:sldMk cId="0" sldId="280"/>
            <ac:spMk id="8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29:02.685" v="3574" actId="1036"/>
          <ac:spMkLst>
            <pc:docMk/>
            <pc:sldMk cId="0" sldId="280"/>
            <ac:spMk id="9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29:02.685" v="3574" actId="1036"/>
          <ac:spMkLst>
            <pc:docMk/>
            <pc:sldMk cId="0" sldId="280"/>
            <ac:spMk id="10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7-24T10:29:02.685" v="3574" actId="1036"/>
          <ac:spMkLst>
            <pc:docMk/>
            <pc:sldMk cId="0" sldId="280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876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1051560"/>
            <a:ext cx="914400" cy="91440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3" name="Image 0" descr="/home/claude/slide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1152144"/>
            <a:ext cx="713232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7744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TECH2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32461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Workshop</a:t>
            </a:r>
            <a:endParaRPr lang="en-US" sz="2200" dirty="0">
              <a:solidFill>
                <a:srgbClr val="CADCFC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3794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Your Way Around VS Code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5" name="Image 0" descr="/home/claude/slide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Plan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10543032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files, folders, and paths on your computer</a:t>
            </a:r>
            <a:endParaRPr lang="en-US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comfortable typing simple commands in a terminal</a:t>
            </a:r>
            <a:endParaRPr lang="en-US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course folder for the semester</a:t>
            </a:r>
            <a:endParaRPr lang="en-US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run your first Python script</a:t>
            </a:r>
            <a:endParaRPr lang="en-US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first Jupyter notebook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9" name="Text 6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for today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by next week, you can download material and get straight to work — no time lost looking for files.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5" name="Image 0" descr="/home/claude/slides/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Files, Folders, and Paths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1508760" cy="548640"/>
          </a:xfrm>
          <a:prstGeom prst="roundRect">
            <a:avLst>
              <a:gd name="adj" fmla="val 1166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965960" y="2057400"/>
            <a:ext cx="137160" cy="4572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nb-NO"/>
          </a:p>
        </p:txBody>
      </p:sp>
      <p:sp>
        <p:nvSpPr>
          <p:cNvPr id="10" name="Shape 7"/>
          <p:cNvSpPr/>
          <p:nvPr/>
        </p:nvSpPr>
        <p:spPr>
          <a:xfrm>
            <a:off x="2103120" y="2240280"/>
            <a:ext cx="1508760" cy="548640"/>
          </a:xfrm>
          <a:prstGeom prst="roundRect">
            <a:avLst>
              <a:gd name="adj" fmla="val 1166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8"/>
          <p:cNvSpPr/>
          <p:nvPr/>
        </p:nvSpPr>
        <p:spPr>
          <a:xfrm>
            <a:off x="2103120" y="22402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611880" y="2514600"/>
            <a:ext cx="137160" cy="4572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nb-NO"/>
          </a:p>
        </p:txBody>
      </p:sp>
      <p:sp>
        <p:nvSpPr>
          <p:cNvPr id="13" name="Shape 10"/>
          <p:cNvSpPr/>
          <p:nvPr/>
        </p:nvSpPr>
        <p:spPr>
          <a:xfrm>
            <a:off x="3749040" y="2697480"/>
            <a:ext cx="1508760" cy="548640"/>
          </a:xfrm>
          <a:prstGeom prst="roundRect">
            <a:avLst>
              <a:gd name="adj" fmla="val 1166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1"/>
          <p:cNvSpPr/>
          <p:nvPr/>
        </p:nvSpPr>
        <p:spPr>
          <a:xfrm>
            <a:off x="3749040" y="26974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yourname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57800" y="2971800"/>
            <a:ext cx="137160" cy="4572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nb-NO"/>
          </a:p>
        </p:txBody>
      </p:sp>
      <p:sp>
        <p:nvSpPr>
          <p:cNvPr id="16" name="Shape 13"/>
          <p:cNvSpPr/>
          <p:nvPr/>
        </p:nvSpPr>
        <p:spPr>
          <a:xfrm>
            <a:off x="5394960" y="3154680"/>
            <a:ext cx="1508760" cy="548640"/>
          </a:xfrm>
          <a:prstGeom prst="roundRect">
            <a:avLst>
              <a:gd name="adj" fmla="val 1166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Text 14"/>
          <p:cNvSpPr/>
          <p:nvPr/>
        </p:nvSpPr>
        <p:spPr>
          <a:xfrm>
            <a:off x="5394960" y="31546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903720" y="3429000"/>
            <a:ext cx="137160" cy="4572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nb-NO"/>
          </a:p>
        </p:txBody>
      </p:sp>
      <p:sp>
        <p:nvSpPr>
          <p:cNvPr id="19" name="Shape 16"/>
          <p:cNvSpPr/>
          <p:nvPr/>
        </p:nvSpPr>
        <p:spPr>
          <a:xfrm>
            <a:off x="7040880" y="3611880"/>
            <a:ext cx="1508760" cy="548640"/>
          </a:xfrm>
          <a:prstGeom prst="roundRect">
            <a:avLst>
              <a:gd name="adj" fmla="val 11667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" name="Text 17"/>
          <p:cNvSpPr/>
          <p:nvPr/>
        </p:nvSpPr>
        <p:spPr>
          <a:xfrm>
            <a:off x="7040880" y="36118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hello.py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2960" y="434340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is just directions through the tree — one folder inside another.</a:t>
            </a: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822960" y="4754880"/>
            <a:ext cx="1054303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3" name="Text 20"/>
          <p:cNvSpPr/>
          <p:nvPr/>
        </p:nvSpPr>
        <p:spPr>
          <a:xfrm>
            <a:off x="1097280" y="4956048"/>
            <a:ext cx="99943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9FB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Windows:  </a:t>
            </a:r>
            <a:r>
              <a:rPr lang="en-US" sz="1600" dirty="0">
                <a:solidFill>
                  <a:srgbClr val="9FE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C:\Users\yourname\Documents\hello.py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9FB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Mac:         </a:t>
            </a:r>
            <a:r>
              <a:rPr lang="en-US" sz="1600" dirty="0">
                <a:solidFill>
                  <a:srgbClr val="9FE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/Users/yourname/Documents/hello.py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97280" y="5760720"/>
            <a:ext cx="999439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uses backslashes ( \ ) — Mac (and Linux) use forward slashes ( / ).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5" name="Image 0" descr="/home/claude/slides/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Terminal?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105430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window where you type instructions instead of clicking icons (command-line interface to your computer)</a:t>
            </a:r>
            <a:endParaRPr lang="en-US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it: precise, fast once learned, and how real coding and data work actually happens</a:t>
            </a:r>
            <a:endParaRPr lang="en-US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programmer and data professional uses one — a core skill, not a workaround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Mac’s Terminal is Unix-based but Windows’ shell (PowerShell) speaks different command than Unix → Use Git Bash on Windows</a:t>
            </a:r>
          </a:p>
        </p:txBody>
      </p:sp>
      <p:sp>
        <p:nvSpPr>
          <p:cNvPr id="8" name="Shape 5"/>
          <p:cNvSpPr/>
          <p:nvPr/>
        </p:nvSpPr>
        <p:spPr>
          <a:xfrm>
            <a:off x="822960" y="4268175"/>
            <a:ext cx="5088636" cy="130215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" name="Text 6"/>
          <p:cNvSpPr/>
          <p:nvPr/>
        </p:nvSpPr>
        <p:spPr>
          <a:xfrm>
            <a:off x="1051560" y="4427325"/>
            <a:ext cx="4631436" cy="9301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Menu → search “Git Bash” → open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77356" y="4268175"/>
            <a:ext cx="5088636" cy="130215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8"/>
          <p:cNvSpPr/>
          <p:nvPr/>
        </p:nvSpPr>
        <p:spPr>
          <a:xfrm>
            <a:off x="6505956" y="4427325"/>
            <a:ext cx="4631436" cy="9301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Cmd+Space → type “Terminal” → open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7" name="Image 0" descr="/home/claude/slides/navi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Working Directory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22960" y="1874520"/>
            <a:ext cx="10543032" cy="28988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you are currently standing”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active folder on your computer where a program, command-line shell, or script runs and looks for files by default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Simply the folder that you’re currently “inside” while working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move around — but you're always somewhere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#1: always know where you are before you act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run Python, it will look for files in the working directory — if the file is not there, you must tell Python the path to where the file lives</a:t>
            </a:r>
          </a:p>
          <a:p>
            <a:pPr algn="l">
              <a:spcAft>
                <a:spcPts val="1200"/>
              </a:spcAft>
              <a:buSzPct val="100000"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F71017C-F840-F1B7-CEB3-B4FA513CF7BA}"/>
              </a:ext>
            </a:extLst>
          </p:cNvPr>
          <p:cNvSpPr/>
          <p:nvPr/>
        </p:nvSpPr>
        <p:spPr>
          <a:xfrm>
            <a:off x="822960" y="5113135"/>
            <a:ext cx="5088636" cy="1138128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F7566C94-71C8-AF78-9BCB-84ED7D9DE223}"/>
              </a:ext>
            </a:extLst>
          </p:cNvPr>
          <p:cNvSpPr/>
          <p:nvPr/>
        </p:nvSpPr>
        <p:spPr>
          <a:xfrm>
            <a:off x="1051560" y="5272285"/>
            <a:ext cx="4631436" cy="8129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on file → Copy as path</a:t>
            </a:r>
            <a:endParaRPr lang="en-US" sz="200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D06B9A3F-DD66-51A5-4A10-8712A9C4EE81}"/>
              </a:ext>
            </a:extLst>
          </p:cNvPr>
          <p:cNvSpPr/>
          <p:nvPr/>
        </p:nvSpPr>
        <p:spPr>
          <a:xfrm>
            <a:off x="6277356" y="5113135"/>
            <a:ext cx="5088636" cy="1138128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2932DC7F-394C-0003-5AB8-18DBDF55C95B}"/>
              </a:ext>
            </a:extLst>
          </p:cNvPr>
          <p:cNvSpPr/>
          <p:nvPr/>
        </p:nvSpPr>
        <p:spPr>
          <a:xfrm>
            <a:off x="6505955" y="5272285"/>
            <a:ext cx="4998111" cy="8129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Option → Right-click on file → Copy … as Pathname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7" name="Image 0" descr="/home/claude/slides/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Commands to Know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148705"/>
              </p:ext>
            </p:extLst>
          </p:nvPr>
        </p:nvGraphicFramePr>
        <p:xfrm>
          <a:off x="822960" y="1965960"/>
          <a:ext cx="8622792" cy="318211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6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pwd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current location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ls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what's in the current folder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mkdir name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folder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 name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charset="0"/>
                          <a:cs typeface="Courier New" pitchFamily="34" charset="-120"/>
                        </a:rPr>
                        <a:t>cd ..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charset="0"/>
                          <a:cs typeface="Courier New" pitchFamily="34" charset="-120"/>
                        </a:rPr>
                        <a:t>cd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into a folder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up one level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back to default root directory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7" name="Image 0" descr="/home/claude/slides/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1 — Follow Along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822960" y="18745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Text 7"/>
          <p:cNvSpPr/>
          <p:nvPr/>
        </p:nvSpPr>
        <p:spPr>
          <a:xfrm>
            <a:off x="82296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71600" y="18470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Git Bash / Terminal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249631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Text 10"/>
          <p:cNvSpPr/>
          <p:nvPr/>
        </p:nvSpPr>
        <p:spPr>
          <a:xfrm>
            <a:off x="822960" y="2496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71600" y="246888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pwd — where are you?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2960" y="311810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Text 13"/>
          <p:cNvSpPr/>
          <p:nvPr/>
        </p:nvSpPr>
        <p:spPr>
          <a:xfrm>
            <a:off x="822960" y="3118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71600" y="3090672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ls — what's here?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2960" y="373989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9" name="Text 16"/>
          <p:cNvSpPr/>
          <p:nvPr/>
        </p:nvSpPr>
        <p:spPr>
          <a:xfrm>
            <a:off x="822960" y="3739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71600" y="3712464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folder: mkdir practice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22960" y="436168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" name="Text 19"/>
          <p:cNvSpPr/>
          <p:nvPr/>
        </p:nvSpPr>
        <p:spPr>
          <a:xfrm>
            <a:off x="822960" y="4361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371600" y="4334256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into it: cd practice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22960" y="498348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5" name="Text 22"/>
          <p:cNvSpPr/>
          <p:nvPr/>
        </p:nvSpPr>
        <p:spPr>
          <a:xfrm>
            <a:off x="822960" y="4983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371600" y="495604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pwd again — did it change?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22960" y="580644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8" name="Text 25"/>
          <p:cNvSpPr/>
          <p:nvPr/>
        </p:nvSpPr>
        <p:spPr>
          <a:xfrm>
            <a:off x="1051560" y="580644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open File Explorer/Finder alongside it — does what you see there match what the terminal shows?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7" name="Image 0" descr="/home/claude/slides/co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2 — Find Your Own Path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822960" y="182880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Text 7"/>
          <p:cNvSpPr/>
          <p:nvPr/>
        </p:nvSpPr>
        <p:spPr>
          <a:xfrm>
            <a:off x="82296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71600" y="180136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File Explorer (Win) or Finder (Mac), find a folder you use often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248716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Text 10"/>
          <p:cNvSpPr/>
          <p:nvPr/>
        </p:nvSpPr>
        <p:spPr>
          <a:xfrm>
            <a:off x="822960" y="2487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71600" y="2459736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right-click → Copy as path.  Mac: hold Option, right-click → Copy … as Pathname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2960" y="314553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Text 13"/>
          <p:cNvSpPr/>
          <p:nvPr/>
        </p:nvSpPr>
        <p:spPr>
          <a:xfrm>
            <a:off x="822960" y="31455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71600" y="3118104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Git Bash, type cd (with a space), then paste the path (Windows: </a:t>
            </a:r>
            <a:r>
              <a:rPr lang="en-US" sz="16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Shift+Insert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Mac: </a:t>
            </a:r>
            <a:r>
              <a:rPr lang="en-US" sz="16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Cmd+V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2960" y="380390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9" name="Text 16"/>
          <p:cNvSpPr/>
          <p:nvPr/>
        </p:nvSpPr>
        <p:spPr>
          <a:xfrm>
            <a:off x="822960" y="3803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71600" y="3776472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Enter, then confirm with pwd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22960" y="446227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" name="Text 19"/>
          <p:cNvSpPr/>
          <p:nvPr/>
        </p:nvSpPr>
        <p:spPr>
          <a:xfrm>
            <a:off x="822960" y="4462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371600" y="443484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ls to see what's inside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22960" y="56235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5" name="Text 22"/>
          <p:cNvSpPr/>
          <p:nvPr/>
        </p:nvSpPr>
        <p:spPr>
          <a:xfrm>
            <a:off x="1051560" y="562356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On Windows, change backslashes to forward slashes, or simply enclose file paths in quotation marks. 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7" name="Image 0" descr="/home/claude/slides/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Course Folder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4905756" y="205740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Text 7"/>
          <p:cNvSpPr/>
          <p:nvPr/>
        </p:nvSpPr>
        <p:spPr>
          <a:xfrm>
            <a:off x="4905756" y="2057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TECH2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905756" y="342900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Text 9"/>
          <p:cNvSpPr/>
          <p:nvPr/>
        </p:nvSpPr>
        <p:spPr>
          <a:xfrm>
            <a:off x="4905756" y="3429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week01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094476" y="2788920"/>
            <a:ext cx="0" cy="64008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nb-NO"/>
          </a:p>
        </p:txBody>
      </p:sp>
      <p:sp>
        <p:nvSpPr>
          <p:cNvPr id="14" name="Text 11"/>
          <p:cNvSpPr/>
          <p:nvPr/>
        </p:nvSpPr>
        <p:spPr>
          <a:xfrm>
            <a:off x="822960" y="434340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folder inside a folder — TECH2 is your course, week01 is this week's workspace.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2960" y="512064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" name="Text 13"/>
          <p:cNvSpPr/>
          <p:nvPr/>
        </p:nvSpPr>
        <p:spPr>
          <a:xfrm>
            <a:off x="1051560" y="512064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You'll create a new week folder like this, inside TECH2, every week of the course.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7" name="Image 0" descr="/home/claude/slides/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3 — Create TECH2/week01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822960" y="2417952"/>
            <a:ext cx="10543032" cy="2582312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Text 7"/>
          <p:cNvSpPr/>
          <p:nvPr/>
        </p:nvSpPr>
        <p:spPr>
          <a:xfrm>
            <a:off x="1143000" y="2692272"/>
            <a:ext cx="99029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9FE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Documents 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 err="1">
                <a:solidFill>
                  <a:srgbClr val="9FE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</a:t>
            </a:r>
            <a:r>
              <a:rPr lang="en-US" sz="1700" dirty="0">
                <a:solidFill>
                  <a:srgbClr val="9FE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TECH2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9FE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TECH2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9FE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week01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9FE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week01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9FE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22960" y="5221342"/>
            <a:ext cx="10543032" cy="861159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2" name="Text 9"/>
          <p:cNvSpPr/>
          <p:nvPr/>
        </p:nvSpPr>
        <p:spPr>
          <a:xfrm>
            <a:off x="1051560" y="5313942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Instead of the terminal, you can use File explorer / Finder to create the folder. The important things is that you know how to navigate to this folder!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EB69E2-4FE7-2E96-48F0-B8B321150865}"/>
              </a:ext>
            </a:extLst>
          </p:cNvPr>
          <p:cNvSpPr txBox="1"/>
          <p:nvPr/>
        </p:nvSpPr>
        <p:spPr>
          <a:xfrm>
            <a:off x="739042" y="1883846"/>
            <a:ext cx="9365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TECH2 folder in your Documents folder (or another sensible location on your computer):</a:t>
            </a:r>
            <a:endParaRPr lang="nb-NO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7" name="Image 0" descr="/home/claude/slide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VS Code: Projects &amp; Working Directory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822960" y="1965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Text 7"/>
          <p:cNvSpPr/>
          <p:nvPr/>
        </p:nvSpPr>
        <p:spPr>
          <a:xfrm>
            <a:off x="82296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71600" y="193852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 Code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26243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Text 10"/>
          <p:cNvSpPr/>
          <p:nvPr/>
        </p:nvSpPr>
        <p:spPr>
          <a:xfrm>
            <a:off x="822960" y="2624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71600" y="2596896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Open Folder → select the TECH2 folder you just built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2960" y="32826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Text 13"/>
          <p:cNvSpPr/>
          <p:nvPr/>
        </p:nvSpPr>
        <p:spPr>
          <a:xfrm>
            <a:off x="822960" y="3282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71600" y="3255264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Explorer sidebar — it now mirrors exactly what pwd/ls showed you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2960" y="41605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folder like this is called opening a “project”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folder you open becomes VS Code's working directory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pwd — just set visually instead of typed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22960" y="580644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0" name="Text 17"/>
          <p:cNvSpPr/>
          <p:nvPr/>
        </p:nvSpPr>
        <p:spPr>
          <a:xfrm>
            <a:off x="1051560" y="580644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You can also use VS Code to create new folders in your project.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7" name="Image 0" descr="/home/claude/slide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Script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822960" y="20116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Text 7"/>
          <p:cNvSpPr/>
          <p:nvPr/>
        </p:nvSpPr>
        <p:spPr>
          <a:xfrm>
            <a:off x="82296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71600" y="198424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Explorer, right-click week01 → New File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26700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Text 10"/>
          <p:cNvSpPr/>
          <p:nvPr/>
        </p:nvSpPr>
        <p:spPr>
          <a:xfrm>
            <a:off x="822960" y="2670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71600" y="2642616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hello.py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2960" y="33284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Text 13"/>
          <p:cNvSpPr/>
          <p:nvPr/>
        </p:nvSpPr>
        <p:spPr>
          <a:xfrm>
            <a:off x="822960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71600" y="3300984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will ask to install the Python extension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2960" y="420624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9" name="Text 16"/>
          <p:cNvSpPr/>
          <p:nvPr/>
        </p:nvSpPr>
        <p:spPr>
          <a:xfrm>
            <a:off x="1051560" y="420624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Say yes to the extension prompt when it appears — that's expected, and exactly when we need it.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7" name="Image 0" descr="/home/claude/slide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Interpreter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22960" y="1920240"/>
            <a:ext cx="10543032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Bottom-right corner of VS Code shows the active interpreter</a:t>
            </a:r>
            <a:endParaRPr lang="en-US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Python environment your code will run in</a:t>
            </a:r>
            <a:endParaRPr lang="en-US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it to change — today, use the environment (</a:t>
            </a:r>
            <a:r>
              <a:rPr lang="en-US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miniforge</a:t>
            </a: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you set up earlier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9B995FDB-0820-178C-D701-F85DC717D69A}"/>
              </a:ext>
            </a:extLst>
          </p:cNvPr>
          <p:cNvSpPr/>
          <p:nvPr/>
        </p:nvSpPr>
        <p:spPr>
          <a:xfrm>
            <a:off x="822960" y="420624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DBDEB367-6679-BE23-D222-65B4442E9461}"/>
              </a:ext>
            </a:extLst>
          </p:cNvPr>
          <p:cNvSpPr/>
          <p:nvPr/>
        </p:nvSpPr>
        <p:spPr>
          <a:xfrm>
            <a:off x="1051560" y="420624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Always check that your have selected the correct interpreter before executing your code.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7" name="Image 0" descr="/home/claude/slides/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4 — Write &amp; Run Your Script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822960" y="196596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Text 7"/>
          <p:cNvSpPr/>
          <p:nvPr/>
        </p:nvSpPr>
        <p:spPr>
          <a:xfrm>
            <a:off x="82296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71600" y="193852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hello.py, type the following code: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4234545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Text 10"/>
          <p:cNvSpPr/>
          <p:nvPr/>
        </p:nvSpPr>
        <p:spPr>
          <a:xfrm>
            <a:off x="822960" y="423349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71600" y="4233497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▶ Play button to run hello.py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2960" y="4822825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Text 13"/>
          <p:cNvSpPr/>
          <p:nvPr/>
        </p:nvSpPr>
        <p:spPr>
          <a:xfrm>
            <a:off x="822960" y="481129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71600" y="4801515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output appear in the terminal in VS code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4179037F-8529-70A7-7FD5-86E639B701FA}"/>
              </a:ext>
            </a:extLst>
          </p:cNvPr>
          <p:cNvSpPr/>
          <p:nvPr/>
        </p:nvSpPr>
        <p:spPr>
          <a:xfrm>
            <a:off x="822960" y="2426278"/>
            <a:ext cx="10543032" cy="1521967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425462E7-0C8F-33E3-86E2-F2906B88AF82}"/>
              </a:ext>
            </a:extLst>
          </p:cNvPr>
          <p:cNvSpPr/>
          <p:nvPr/>
        </p:nvSpPr>
        <p:spPr>
          <a:xfrm>
            <a:off x="1143000" y="2448630"/>
            <a:ext cx="9902952" cy="1559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9FB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first python script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9FE6B3"/>
                </a:solidFill>
                <a:latin typeface="Courier New" pitchFamily="34" charset="0"/>
                <a:cs typeface="Courier New" pitchFamily="34" charset="-120"/>
              </a:rPr>
              <a:t>price = 19.99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9FE6B3"/>
                </a:solidFill>
                <a:latin typeface="Courier New" pitchFamily="34" charset="0"/>
                <a:cs typeface="Courier New" pitchFamily="34" charset="-120"/>
              </a:rPr>
              <a:t>quantity = 3</a:t>
            </a:r>
            <a:r>
              <a:rPr lang="en-US" sz="1600" dirty="0">
                <a:solidFill>
                  <a:srgbClr val="9FE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print("Total:", price*quantity)</a:t>
            </a:r>
            <a:endParaRPr lang="en-US" sz="1600" dirty="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A699127A-AAA3-0539-A0CD-6AF819034985}"/>
              </a:ext>
            </a:extLst>
          </p:cNvPr>
          <p:cNvSpPr/>
          <p:nvPr/>
        </p:nvSpPr>
        <p:spPr>
          <a:xfrm>
            <a:off x="822960" y="5422661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6AD16D94-7A54-77A2-550E-E3770A036B39}"/>
              </a:ext>
            </a:extLst>
          </p:cNvPr>
          <p:cNvSpPr/>
          <p:nvPr/>
        </p:nvSpPr>
        <p:spPr>
          <a:xfrm>
            <a:off x="822960" y="542266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E30E77DD-B297-B17B-3B2D-1F49FDE85AFF}"/>
              </a:ext>
            </a:extLst>
          </p:cNvPr>
          <p:cNvSpPr/>
          <p:nvPr/>
        </p:nvSpPr>
        <p:spPr>
          <a:xfrm>
            <a:off x="1371600" y="5395229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script again. Did anything carry over from the last run?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7" name="Image 0" descr="/home/claude/slides/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Notebook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822960" y="20116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Text 7"/>
          <p:cNvSpPr/>
          <p:nvPr/>
        </p:nvSpPr>
        <p:spPr>
          <a:xfrm>
            <a:off x="82296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71600" y="198424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File → hello.ipynb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26700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Text 10"/>
          <p:cNvSpPr/>
          <p:nvPr/>
        </p:nvSpPr>
        <p:spPr>
          <a:xfrm>
            <a:off x="822960" y="2670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71600" y="2642616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will ask to install the Jupyter extension (say yes to all extension prompts)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2960" y="33284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Text 13"/>
          <p:cNvSpPr/>
          <p:nvPr/>
        </p:nvSpPr>
        <p:spPr>
          <a:xfrm>
            <a:off x="822960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71600" y="3300984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same environment as your notebook's kernel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7" name="Image 0" descr="/home/claude/slides/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5 — Build Your Notebook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822960" y="18745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Text 7"/>
          <p:cNvSpPr/>
          <p:nvPr/>
        </p:nvSpPr>
        <p:spPr>
          <a:xfrm>
            <a:off x="82296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71600" y="18470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markdown cell (e.g., a title, a short bullet list)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253288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Text 10"/>
          <p:cNvSpPr/>
          <p:nvPr/>
        </p:nvSpPr>
        <p:spPr>
          <a:xfrm>
            <a:off x="822960" y="2532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71600" y="2505456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code cell reusing lines from your script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2960" y="319125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Text 13"/>
          <p:cNvSpPr/>
          <p:nvPr/>
        </p:nvSpPr>
        <p:spPr>
          <a:xfrm>
            <a:off x="822960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71600" y="3163824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cells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2960" y="384962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9" name="Text 16"/>
          <p:cNvSpPr/>
          <p:nvPr/>
        </p:nvSpPr>
        <p:spPr>
          <a:xfrm>
            <a:off x="822960" y="3849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71600" y="3822192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third line and run again — did the old code disappear?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22960" y="489204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2" name="Text 19"/>
          <p:cNvSpPr/>
          <p:nvPr/>
        </p:nvSpPr>
        <p:spPr>
          <a:xfrm>
            <a:off x="1051560" y="489204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variables stick around between cells — unlike a script's fresh start every run.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7" name="Image 0" descr="/home/claude/slides/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This Week's Files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22960" y="1920240"/>
            <a:ext cx="10543032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 lives on GitHub 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ready-made download link is posted on Canvas for each week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repeat this exact step every week of the course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7" name="Image 0" descr="/home/claude/slides/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6 — Download &amp; Place Your Files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Text 7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71600" y="20756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this week's ZIP from the Canvas link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27889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Text 10"/>
          <p:cNvSpPr/>
          <p:nvPr/>
        </p:nvSpPr>
        <p:spPr>
          <a:xfrm>
            <a:off x="822960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71600" y="27614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Unzip it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2960" y="34747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Text 13"/>
          <p:cNvSpPr/>
          <p:nvPr/>
        </p:nvSpPr>
        <p:spPr>
          <a:xfrm>
            <a:off x="82296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71600" y="34472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files into your week01 folder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9" name="Text 16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71600" y="41330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 Explorer — are they really there?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>
            <a:extLst>
              <a:ext uri="{FF2B5EF4-FFF2-40B4-BE49-F238E27FC236}">
                <a16:creationId xmlns:a16="http://schemas.microsoft.com/office/drawing/2014/main" id="{79C9C770-A880-9753-14EE-6816820468F9}"/>
              </a:ext>
            </a:extLst>
          </p:cNvPr>
          <p:cNvSpPr/>
          <p:nvPr/>
        </p:nvSpPr>
        <p:spPr>
          <a:xfrm>
            <a:off x="5637276" y="1051560"/>
            <a:ext cx="914400" cy="91440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1"/>
          <p:cNvSpPr/>
          <p:nvPr/>
        </p:nvSpPr>
        <p:spPr>
          <a:xfrm>
            <a:off x="731520" y="19214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You've Built Today</a:t>
            </a:r>
            <a:endParaRPr lang="en-US" sz="3200" dirty="0">
              <a:solidFill>
                <a:srgbClr val="1E276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2194560" y="2744360"/>
            <a:ext cx="779983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TECH2/week01 — your course folder, created by hand</a:t>
            </a:r>
            <a:endParaRPr lang="en-US" sz="1600" dirty="0">
              <a:solidFill>
                <a:srgbClr val="1E2761"/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reference files — downloaded and placed correctly</a:t>
            </a:r>
            <a:endParaRPr lang="en-US" sz="1600" dirty="0">
              <a:solidFill>
                <a:srgbClr val="1E2761"/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hello.py — your first script</a:t>
            </a:r>
            <a:endParaRPr lang="en-US" sz="1600" dirty="0">
              <a:solidFill>
                <a:srgbClr val="1E2761"/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hello.ipynb — your first notebook</a:t>
            </a:r>
            <a:endParaRPr lang="en-US" sz="1600" dirty="0">
              <a:solidFill>
                <a:srgbClr val="1E276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1463040" y="5029200"/>
            <a:ext cx="9262872" cy="1005840"/>
          </a:xfrm>
          <a:prstGeom prst="roundRect">
            <a:avLst>
              <a:gd name="adj" fmla="val 9091"/>
            </a:avLst>
          </a:prstGeom>
          <a:solidFill>
            <a:srgbClr val="F1F4F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4"/>
          <p:cNvSpPr/>
          <p:nvPr/>
        </p:nvSpPr>
        <p:spPr>
          <a:xfrm>
            <a:off x="1645920" y="5029200"/>
            <a:ext cx="88971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real Python coding!</a:t>
            </a:r>
            <a:endParaRPr lang="en-US" sz="1500" b="1" dirty="0">
              <a:solidFill>
                <a:srgbClr val="1E2761"/>
              </a:solidFill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with everything installed and ready to go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b="1" dirty="0"/>
          </a:p>
        </p:txBody>
      </p:sp>
      <p:pic>
        <p:nvPicPr>
          <p:cNvPr id="11" name="Image 0" descr="icons/check_circle.png">
            <a:extLst>
              <a:ext uri="{FF2B5EF4-FFF2-40B4-BE49-F238E27FC236}">
                <a16:creationId xmlns:a16="http://schemas.microsoft.com/office/drawing/2014/main" id="{7EE7113E-B8EC-996E-3AA3-76D11599A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119046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1254</Words>
  <Application>Microsoft Office PowerPoint</Application>
  <PresentationFormat>Widescreen</PresentationFormat>
  <Paragraphs>222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Isabel Montero Hovdahl</cp:lastModifiedBy>
  <cp:revision>2</cp:revision>
  <dcterms:created xsi:type="dcterms:W3CDTF">2026-07-17T12:06:36Z</dcterms:created>
  <dcterms:modified xsi:type="dcterms:W3CDTF">2026-08-04T08:47:59Z</dcterms:modified>
</cp:coreProperties>
</file>